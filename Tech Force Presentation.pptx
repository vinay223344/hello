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1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6" r:id="rId31"/>
    <p:sldId id="285" r:id="rId32"/>
  </p:sldIdLst>
  <p:sldSz cx="12192000" cy="6858000"/>
  <p:notesSz cx="6858000" cy="9144000"/>
  <p:kinsoku lang="zh-CN" invalStChars="!%),.:;?]}¨·ˇˉ་―‖’”…‰∶、。〃々〉》」』】〕〗！＂＇％），．：；？］｀｜｝～￠" invalEndChars="([{·‘“〈《「『【〔〖（．［｛￡￥"/>
  <p:defaultTextStyle>
    <a:defPPr>
      <a:defRPr lang="zh-CN"/>
    </a:defPPr>
    <a:lvl1pPr marL="0" indent="0" algn="l" defTabSz="914400" eaLnBrk="1" fontAlgn="auto" latinLnBrk="0" hangingPunct="1">
      <a:buNone/>
      <a:defRPr sz="1800" kern="1200">
        <a:solidFill>
          <a:schemeClr val="tx1"/>
        </a:solidFill>
        <a:latin typeface="Droid Sans" charset="0"/>
        <a:ea typeface="宋体" charset="0"/>
        <a:cs typeface="Droid Sans" charset="0"/>
      </a:defRPr>
    </a:lvl1pPr>
    <a:lvl2pPr marL="457200" indent="0" algn="l" defTabSz="914400" eaLnBrk="1" fontAlgn="auto" latinLnBrk="0" hangingPunct="1">
      <a:buNone/>
      <a:defRPr sz="1800" kern="1200">
        <a:solidFill>
          <a:schemeClr val="tx1"/>
        </a:solidFill>
        <a:latin typeface="Droid Sans" charset="0"/>
        <a:ea typeface="宋体" charset="0"/>
        <a:cs typeface="Droid Sans" charset="0"/>
      </a:defRPr>
    </a:lvl2pPr>
    <a:lvl3pPr marL="914400" indent="0" algn="l" defTabSz="914400" eaLnBrk="1" fontAlgn="auto" latinLnBrk="0" hangingPunct="1">
      <a:buNone/>
      <a:defRPr sz="1800" kern="1200">
        <a:solidFill>
          <a:schemeClr val="tx1"/>
        </a:solidFill>
        <a:latin typeface="Droid Sans" charset="0"/>
        <a:ea typeface="宋体" charset="0"/>
        <a:cs typeface="Droid Sans" charset="0"/>
      </a:defRPr>
    </a:lvl3pPr>
    <a:lvl4pPr marL="1371600" indent="0" algn="l" defTabSz="914400" eaLnBrk="1" fontAlgn="auto" latinLnBrk="0" hangingPunct="1">
      <a:buNone/>
      <a:defRPr sz="1800" kern="1200">
        <a:solidFill>
          <a:schemeClr val="tx1"/>
        </a:solidFill>
        <a:latin typeface="Droid Sans" charset="0"/>
        <a:ea typeface="宋体" charset="0"/>
        <a:cs typeface="Droid Sans" charset="0"/>
      </a:defRPr>
    </a:lvl4pPr>
    <a:lvl5pPr marL="1828800" indent="0" algn="l" defTabSz="914400" eaLnBrk="1" fontAlgn="auto" latinLnBrk="0" hangingPunct="1">
      <a:buNone/>
      <a:defRPr sz="1800" kern="1200">
        <a:solidFill>
          <a:schemeClr val="tx1"/>
        </a:solidFill>
        <a:latin typeface="Droid Sans" charset="0"/>
        <a:ea typeface="宋体" charset="0"/>
        <a:cs typeface="Droid Sans" charset="0"/>
      </a:defRPr>
    </a:lvl5pPr>
    <a:lvl6pPr marL="2286000" indent="0" algn="l" defTabSz="914400" eaLnBrk="1" fontAlgn="auto" latinLnBrk="0" hangingPunct="1">
      <a:buNone/>
      <a:defRPr sz="1800" kern="1200">
        <a:solidFill>
          <a:schemeClr val="tx1"/>
        </a:solidFill>
        <a:latin typeface="Droid Sans" charset="0"/>
        <a:ea typeface="宋体" charset="0"/>
        <a:cs typeface="Droid Sans" charset="0"/>
      </a:defRPr>
    </a:lvl6pPr>
    <a:lvl7pPr marL="2743200" indent="0" algn="l" defTabSz="914400" eaLnBrk="1" fontAlgn="auto" latinLnBrk="0" hangingPunct="1">
      <a:buNone/>
      <a:defRPr sz="1800" kern="1200">
        <a:solidFill>
          <a:schemeClr val="tx1"/>
        </a:solidFill>
        <a:latin typeface="Droid Sans" charset="0"/>
        <a:ea typeface="宋体" charset="0"/>
        <a:cs typeface="Droid Sans" charset="0"/>
      </a:defRPr>
    </a:lvl7pPr>
    <a:lvl8pPr marL="3200400" indent="0" algn="l" defTabSz="914400" eaLnBrk="1" fontAlgn="auto" latinLnBrk="0" hangingPunct="1">
      <a:buNone/>
      <a:defRPr sz="1800" kern="1200">
        <a:solidFill>
          <a:schemeClr val="tx1"/>
        </a:solidFill>
        <a:latin typeface="Droid Sans" charset="0"/>
        <a:ea typeface="宋体" charset="0"/>
        <a:cs typeface="Droid Sans" charset="0"/>
      </a:defRPr>
    </a:lvl8pPr>
    <a:lvl9pPr marL="3200400" indent="0" algn="l" defTabSz="914400" eaLnBrk="1" fontAlgn="auto" latinLnBrk="0" hangingPunct="1">
      <a:buNone/>
      <a:defRPr sz="1800" kern="1200">
        <a:solidFill>
          <a:schemeClr val="tx1"/>
        </a:solidFill>
        <a:latin typeface="Droid Sans" charset="0"/>
        <a:ea typeface="宋体" charset="0"/>
        <a:cs typeface="Droid Sans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 xmlns="">
          <a:srgbClr val="FF0000"/>
        </p14:laserClr>
      </p:ext>
    </p:extLst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70" autoAdjust="0"/>
    <p:restoredTop sz="99500" autoAdjust="0"/>
  </p:normalViewPr>
  <p:slideViewPr>
    <p:cSldViewPr snapToGrid="0">
      <p:cViewPr varScale="1">
        <p:scale>
          <a:sx n="96" d="100"/>
          <a:sy n="96" d="100"/>
        </p:scale>
        <p:origin x="-102" y="-18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57" d="100"/>
          <a:sy n="57" d="100"/>
        </p:scale>
        <p:origin x="0" y="0"/>
      </p:cViewPr>
      <p:guideLst/>
    </p:cSldViewPr>
  </p:notes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bg>
      <p:bgPr>
        <a:blipFill>
          <a:blip r:embed="rId2" cstate="print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b" anchorCtr="0">
            <a:prstTxWarp prst="textNoShape">
              <a:avLst/>
            </a:prstTxWarp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6000" b="0" i="0" u="none" strike="noStrike" kern="1200" cap="none" spc="0" baseline="0">
                <a:solidFill>
                  <a:schemeClr val="tx1"/>
                </a:solidFill>
                <a:latin typeface="Aptos Display" charset="0"/>
                <a:ea typeface="宋体" charset="0"/>
                <a:cs typeface="Lucida Sans" charset="0"/>
              </a:rPr>
              <a:t>Click to edit Master title style</a:t>
            </a:r>
            <a:endParaRPr lang="zh-CN" altLang="en-US" sz="6000" b="0" i="0" u="none" strike="noStrike" kern="1200" cap="none" spc="0" baseline="0">
              <a:solidFill>
                <a:schemeClr val="tx1"/>
              </a:solidFill>
              <a:latin typeface="Aptos Display" charset="0"/>
              <a:ea typeface="宋体" charset="0"/>
              <a:cs typeface="Lucida Sans" charset="0"/>
            </a:endParaRPr>
          </a:p>
        </p:txBody>
      </p:sp>
      <p:sp>
        <p:nvSpPr>
          <p:cNvPr id="8" name="文本框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>
              <a:avLst/>
            </a:prstTxWarp>
          </a:bodyPr>
          <a:lstStyle/>
          <a:p>
            <a:pPr marL="0" indent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Aptos" charset="0"/>
                <a:ea typeface="宋体" charset="0"/>
                <a:cs typeface="Lucida Sans" charset="0"/>
              </a:rPr>
              <a:t>Click to edit Master subtitle style</a:t>
            </a:r>
            <a:endParaRPr lang="zh-CN" altLang="en-US" sz="2400" b="0" i="0" u="none" strike="noStrike" kern="1200" cap="none" spc="0" baseline="0">
              <a:solidFill>
                <a:schemeClr val="tx1"/>
              </a:solidFill>
              <a:latin typeface="Aptos" charset="0"/>
              <a:ea typeface="宋体" charset="0"/>
              <a:cs typeface="Lucida Sans" charset="0"/>
            </a:endParaRPr>
          </a:p>
        </p:txBody>
      </p:sp>
      <p:sp>
        <p:nvSpPr>
          <p:cNvPr id="9" name="文本框"/>
          <p:cNvSpPr>
            <a:spLocks noGrp="1"/>
          </p:cNvSpPr>
          <p:nvPr>
            <p:ph type="dt" idx="10"/>
          </p:nvPr>
        </p:nvSpPr>
        <p:spPr>
          <a:xfrm>
            <a:off x="838200" y="6356349"/>
            <a:ext cx="2743200" cy="365125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zh-CN" altLang="en-US" sz="1200" b="0" i="0" u="none" strike="noStrike" kern="1200" cap="none" spc="0" baseline="0">
              <a:solidFill>
                <a:srgbClr val="767676"/>
              </a:solidFill>
              <a:latin typeface="Aptos" charset="0"/>
              <a:ea typeface="宋体" charset="0"/>
              <a:cs typeface="Aptos" charset="0"/>
            </a:endParaRPr>
          </a:p>
        </p:txBody>
      </p:sp>
      <p:sp>
        <p:nvSpPr>
          <p:cNvPr id="10" name="文本框"/>
          <p:cNvSpPr>
            <a:spLocks noGrp="1"/>
          </p:cNvSpPr>
          <p:nvPr>
            <p:ph type="ftr"/>
          </p:nvPr>
        </p:nvSpPr>
        <p:spPr>
          <a:xfrm>
            <a:off x="4038600" y="6356349"/>
            <a:ext cx="4114800" cy="365125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zh-CN" altLang="en-US" sz="1200" b="0" i="0" u="none" strike="noStrike" kern="1200" cap="none" spc="0" baseline="0">
              <a:solidFill>
                <a:srgbClr val="767676"/>
              </a:solidFill>
              <a:latin typeface="Aptos" charset="0"/>
              <a:ea typeface="宋体" charset="0"/>
              <a:cs typeface="Aptos" charset="0"/>
            </a:endParaRPr>
          </a:p>
        </p:txBody>
      </p:sp>
      <p:sp>
        <p:nvSpPr>
          <p:cNvPr id="11" name="文本框"/>
          <p:cNvSpPr>
            <a:spLocks noGrp="1"/>
          </p:cNvSpPr>
          <p:nvPr>
            <p:ph type="sldNum"/>
          </p:nvPr>
        </p:nvSpPr>
        <p:spPr>
          <a:xfrm>
            <a:off x="8610600" y="6356349"/>
            <a:ext cx="2743200" cy="365125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CAD2D6BD-DE1B-4B5F-8B41-2702339687B9}" type="slidenum">
              <a:rPr lang="en-US" altLang="zh-CN" sz="1200" b="0" i="0" u="none" strike="noStrike" kern="1200" cap="none" spc="0" baseline="0">
                <a:solidFill>
                  <a:srgbClr val="767676"/>
                </a:solidFill>
                <a:latin typeface="Aptos" charset="0"/>
                <a:ea typeface="宋体" charset="0"/>
                <a:cs typeface="Aptos" charset="0"/>
              </a:rPr>
              <a:pPr marL="0" indent="0"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zh-CN" altLang="en-US" sz="1200" b="0" i="0" u="none" strike="noStrike" kern="1200" cap="none" spc="0" baseline="0">
              <a:solidFill>
                <a:srgbClr val="767676"/>
              </a:solidFill>
              <a:latin typeface="Aptos" charset="0"/>
              <a:ea typeface="宋体" charset="0"/>
              <a:cs typeface="Aptos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19301230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框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框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14870-5082-4025-BC8A-5E070B8EB77D}" type="datetimeFigureOut">
              <a:rPr lang="zh-CN" altLang="en-US" smtClean="0"/>
              <a:pPr/>
              <a:t>2025/8/12</a:t>
            </a:fld>
            <a:endParaRPr lang="zh-CN" altLang="en-US"/>
          </a:p>
        </p:txBody>
      </p:sp>
      <p:sp>
        <p:nvSpPr>
          <p:cNvPr id="5" name="文本框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文本框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00D155-3BB6-43CF-9AC4-BC63A66E74A9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8937557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框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文本框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14870-5082-4025-BC8A-5E070B8EB77D}" type="datetimeFigureOut">
              <a:rPr lang="zh-CN" altLang="en-US" smtClean="0"/>
              <a:pPr/>
              <a:t>2025/8/12</a:t>
            </a:fld>
            <a:endParaRPr lang="zh-CN" altLang="en-US"/>
          </a:p>
        </p:txBody>
      </p:sp>
      <p:sp>
        <p:nvSpPr>
          <p:cNvPr id="5" name="文本框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文本框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00D155-3BB6-43CF-9AC4-BC63A66E74A9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2578678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框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框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框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14870-5082-4025-BC8A-5E070B8EB77D}" type="datetimeFigureOut">
              <a:rPr lang="zh-CN" altLang="en-US" smtClean="0"/>
              <a:pPr/>
              <a:t>2025/8/12</a:t>
            </a:fld>
            <a:endParaRPr lang="zh-CN" altLang="en-US"/>
          </a:p>
        </p:txBody>
      </p:sp>
      <p:sp>
        <p:nvSpPr>
          <p:cNvPr id="6" name="文本框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文本框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00D155-3BB6-43CF-9AC4-BC63A66E74A9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4477617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框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文本框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框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6" name="文本框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文本框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14870-5082-4025-BC8A-5E070B8EB77D}" type="datetimeFigureOut">
              <a:rPr lang="zh-CN" altLang="en-US" smtClean="0"/>
              <a:pPr/>
              <a:t>2025/8/12</a:t>
            </a:fld>
            <a:endParaRPr lang="zh-CN" altLang="en-US"/>
          </a:p>
        </p:txBody>
      </p:sp>
      <p:sp>
        <p:nvSpPr>
          <p:cNvPr id="8" name="文本框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文本框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00D155-3BB6-43CF-9AC4-BC63A66E74A9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12746643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框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14870-5082-4025-BC8A-5E070B8EB77D}" type="datetimeFigureOut">
              <a:rPr lang="zh-CN" altLang="en-US" smtClean="0"/>
              <a:pPr/>
              <a:t>2025/8/12</a:t>
            </a:fld>
            <a:endParaRPr lang="zh-CN" altLang="en-US"/>
          </a:p>
        </p:txBody>
      </p:sp>
      <p:sp>
        <p:nvSpPr>
          <p:cNvPr id="4" name="文本框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文本框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00D155-3BB6-43CF-9AC4-BC63A66E74A9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11154575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14870-5082-4025-BC8A-5E070B8EB77D}" type="datetimeFigureOut">
              <a:rPr lang="zh-CN" altLang="en-US" smtClean="0"/>
              <a:pPr/>
              <a:t>2025/8/12</a:t>
            </a:fld>
            <a:endParaRPr lang="zh-CN" altLang="en-US"/>
          </a:p>
        </p:txBody>
      </p:sp>
      <p:sp>
        <p:nvSpPr>
          <p:cNvPr id="3" name="文本框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文本框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00D155-3BB6-43CF-9AC4-BC63A66E74A9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281589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框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框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文本框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14870-5082-4025-BC8A-5E070B8EB77D}" type="datetimeFigureOut">
              <a:rPr lang="zh-CN" altLang="en-US" smtClean="0"/>
              <a:pPr/>
              <a:t>2025/8/12</a:t>
            </a:fld>
            <a:endParaRPr lang="zh-CN" altLang="en-US"/>
          </a:p>
        </p:txBody>
      </p:sp>
      <p:sp>
        <p:nvSpPr>
          <p:cNvPr id="6" name="文本框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文本框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00D155-3BB6-43CF-9AC4-BC63A66E74A9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1995915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框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框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文本框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14870-5082-4025-BC8A-5E070B8EB77D}" type="datetimeFigureOut">
              <a:rPr lang="zh-CN" altLang="en-US" smtClean="0"/>
              <a:pPr/>
              <a:t>2025/8/12</a:t>
            </a:fld>
            <a:endParaRPr lang="zh-CN" altLang="en-US"/>
          </a:p>
        </p:txBody>
      </p:sp>
      <p:sp>
        <p:nvSpPr>
          <p:cNvPr id="6" name="文本框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文本框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00D155-3BB6-43CF-9AC4-BC63A66E74A9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6531192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框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框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14870-5082-4025-BC8A-5E070B8EB77D}" type="datetimeFigureOut">
              <a:rPr lang="zh-CN" altLang="en-US" smtClean="0"/>
              <a:pPr/>
              <a:t>2025/8/12</a:t>
            </a:fld>
            <a:endParaRPr lang="zh-CN" altLang="en-US"/>
          </a:p>
        </p:txBody>
      </p:sp>
      <p:sp>
        <p:nvSpPr>
          <p:cNvPr id="5" name="文本框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文本框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00D155-3BB6-43CF-9AC4-BC63A66E74A9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15012090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框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框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14870-5082-4025-BC8A-5E070B8EB77D}" type="datetimeFigureOut">
              <a:rPr lang="zh-CN" altLang="en-US" smtClean="0"/>
              <a:pPr/>
              <a:t>2025/8/12</a:t>
            </a:fld>
            <a:endParaRPr lang="zh-CN" altLang="en-US"/>
          </a:p>
        </p:txBody>
      </p:sp>
      <p:sp>
        <p:nvSpPr>
          <p:cNvPr id="5" name="文本框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文本框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00D155-3BB6-43CF-9AC4-BC63A66E74A9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7011201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自定义版式">
    <p:bg>
      <p:bgPr>
        <a:blipFill>
          <a:blip r:embed="rId2" cstate="print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文本框"/>
          <p:cNvSpPr>
            <a:spLocks noGrp="1"/>
          </p:cNvSpPr>
          <p:nvPr>
            <p:ph type="title"/>
          </p:nvPr>
        </p:nvSpPr>
        <p:spPr>
          <a:xfrm>
            <a:off x="838200" y="365124"/>
            <a:ext cx="10515600" cy="1325562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15" name="文本框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>
              <a:avLst/>
            </a:prstTxWarp>
          </a:bodyPr>
          <a:lstStyle/>
          <a:p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16" name="文本框"/>
          <p:cNvSpPr>
            <a:spLocks noGrp="1"/>
          </p:cNvSpPr>
          <p:nvPr>
            <p:ph type="dt" idx="10"/>
          </p:nvPr>
        </p:nvSpPr>
        <p:spPr>
          <a:xfrm>
            <a:off x="838200" y="6356349"/>
            <a:ext cx="2743200" cy="365125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algn="l"/>
            <a:endParaRPr lang="zh-CN" altLang="en-US" sz="1200">
              <a:solidFill>
                <a:srgbClr val="767676"/>
              </a:solidFill>
              <a:latin typeface="Aptos" charset="0"/>
              <a:ea typeface="宋体" charset="0"/>
              <a:cs typeface="Aptos" charset="0"/>
            </a:endParaRPr>
          </a:p>
        </p:txBody>
      </p:sp>
      <p:sp>
        <p:nvSpPr>
          <p:cNvPr id="17" name="文本框"/>
          <p:cNvSpPr>
            <a:spLocks noGrp="1"/>
          </p:cNvSpPr>
          <p:nvPr>
            <p:ph type="ftr"/>
          </p:nvPr>
        </p:nvSpPr>
        <p:spPr>
          <a:xfrm>
            <a:off x="4038600" y="6356349"/>
            <a:ext cx="4114800" cy="365125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algn="ctr"/>
            <a:endParaRPr lang="zh-CN" altLang="en-US" sz="1200">
              <a:solidFill>
                <a:srgbClr val="767676"/>
              </a:solidFill>
              <a:latin typeface="Aptos" charset="0"/>
              <a:ea typeface="宋体" charset="0"/>
              <a:cs typeface="Aptos" charset="0"/>
            </a:endParaRPr>
          </a:p>
        </p:txBody>
      </p:sp>
      <p:sp>
        <p:nvSpPr>
          <p:cNvPr id="18" name="文本框"/>
          <p:cNvSpPr>
            <a:spLocks noGrp="1"/>
          </p:cNvSpPr>
          <p:nvPr>
            <p:ph type="sldNum"/>
          </p:nvPr>
        </p:nvSpPr>
        <p:spPr>
          <a:xfrm>
            <a:off x="8610600" y="6356349"/>
            <a:ext cx="2743200" cy="365125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algn="r"/>
            <a:fld id="{CAD2D6BD-DE1B-4B5F-8B41-2702339687B9}" type="slidenum">
              <a:rPr lang="en-US" altLang="zh-CN" sz="1200" b="0" i="0" u="none" strike="noStrike" kern="1200" cap="none" spc="0" baseline="0">
                <a:solidFill>
                  <a:srgbClr val="767676"/>
                </a:solidFill>
                <a:latin typeface="Aptos" charset="0"/>
                <a:ea typeface="宋体" charset="0"/>
                <a:cs typeface="Aptos" charset="0"/>
              </a:rPr>
              <a:pPr algn="r"/>
              <a:t>‹#›</a:t>
            </a:fld>
            <a:endParaRPr lang="zh-CN" altLang="en-US" sz="1200">
              <a:solidFill>
                <a:srgbClr val="767676"/>
              </a:solidFill>
              <a:latin typeface="Aptos" charset="0"/>
              <a:ea typeface="宋体" charset="0"/>
              <a:cs typeface="Aptos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5701485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自定义版式">
    <p:bg>
      <p:bgPr>
        <a:blipFill>
          <a:blip r:embed="rId2" cstate="print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文本框"/>
          <p:cNvSpPr>
            <a:spLocks noGrp="1"/>
          </p:cNvSpPr>
          <p:nvPr>
            <p:ph type="dt" idx="10"/>
          </p:nvPr>
        </p:nvSpPr>
        <p:spPr>
          <a:xfrm>
            <a:off x="838200" y="6356349"/>
            <a:ext cx="2743200" cy="365125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algn="l"/>
            <a:endParaRPr lang="zh-CN" altLang="en-US" sz="1200">
              <a:solidFill>
                <a:srgbClr val="767676"/>
              </a:solidFill>
              <a:latin typeface="Aptos" charset="0"/>
              <a:ea typeface="宋体" charset="0"/>
              <a:cs typeface="Aptos" charset="0"/>
            </a:endParaRPr>
          </a:p>
        </p:txBody>
      </p:sp>
      <p:sp>
        <p:nvSpPr>
          <p:cNvPr id="32" name="文本框"/>
          <p:cNvSpPr>
            <a:spLocks noGrp="1"/>
          </p:cNvSpPr>
          <p:nvPr>
            <p:ph type="ftr"/>
          </p:nvPr>
        </p:nvSpPr>
        <p:spPr>
          <a:xfrm>
            <a:off x="4038600" y="6356349"/>
            <a:ext cx="4114800" cy="365125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algn="ctr"/>
            <a:endParaRPr lang="zh-CN" altLang="en-US" sz="1200">
              <a:solidFill>
                <a:srgbClr val="767676"/>
              </a:solidFill>
              <a:latin typeface="Aptos" charset="0"/>
              <a:ea typeface="宋体" charset="0"/>
              <a:cs typeface="Aptos" charset="0"/>
            </a:endParaRPr>
          </a:p>
        </p:txBody>
      </p:sp>
      <p:sp>
        <p:nvSpPr>
          <p:cNvPr id="33" name="文本框"/>
          <p:cNvSpPr>
            <a:spLocks noGrp="1"/>
          </p:cNvSpPr>
          <p:nvPr>
            <p:ph type="sldNum"/>
          </p:nvPr>
        </p:nvSpPr>
        <p:spPr>
          <a:xfrm>
            <a:off x="8610600" y="6356349"/>
            <a:ext cx="2743200" cy="365125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algn="r"/>
            <a:fld id="{CAD2D6BD-DE1B-4B5F-8B41-2702339687B9}" type="slidenum">
              <a:rPr lang="en-US" altLang="zh-CN" sz="1200" b="0" i="0" u="none" strike="noStrike" kern="1200" cap="none" spc="0" baseline="0">
                <a:solidFill>
                  <a:srgbClr val="767676"/>
                </a:solidFill>
                <a:latin typeface="Aptos" charset="0"/>
                <a:ea typeface="宋体" charset="0"/>
                <a:cs typeface="Aptos" charset="0"/>
              </a:rPr>
              <a:pPr algn="r"/>
              <a:t>‹#›</a:t>
            </a:fld>
            <a:endParaRPr lang="zh-CN" altLang="en-US" sz="1200">
              <a:solidFill>
                <a:srgbClr val="767676"/>
              </a:solidFill>
              <a:latin typeface="Aptos" charset="0"/>
              <a:ea typeface="宋体" charset="0"/>
              <a:cs typeface="Aptos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10798614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5" cstate="print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"/>
          <p:cNvSpPr>
            <a:spLocks noGrp="1"/>
          </p:cNvSpPr>
          <p:nvPr>
            <p:ph type="title"/>
          </p:nvPr>
        </p:nvSpPr>
        <p:spPr>
          <a:xfrm>
            <a:off x="838200" y="365124"/>
            <a:ext cx="10515600" cy="1325562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文本框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>
              <a:avLst/>
            </a:prstTxWarp>
          </a:bodyPr>
          <a:lstStyle/>
          <a:p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文本框"/>
          <p:cNvSpPr>
            <a:spLocks noGrp="1"/>
          </p:cNvSpPr>
          <p:nvPr>
            <p:ph type="dt" idx="2"/>
          </p:nvPr>
        </p:nvSpPr>
        <p:spPr>
          <a:xfrm>
            <a:off x="838200" y="6356349"/>
            <a:ext cx="2743200" cy="365125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algn="l"/>
            <a:fld id="{CAD2D6BD-DE1B-4B5F-8B41-2702339687B9}" type="datetime1">
              <a:rPr lang="en-US" altLang="zh-CN" sz="1200">
                <a:solidFill>
                  <a:srgbClr val="767676"/>
                </a:solidFill>
                <a:latin typeface="Aptos" charset="0"/>
                <a:ea typeface="宋体" charset="0"/>
                <a:cs typeface="Aptos" charset="0"/>
              </a:rPr>
              <a:pPr algn="l"/>
              <a:t>8/12/2025</a:t>
            </a:fld>
            <a:endParaRPr lang="zh-CN" altLang="en-US" sz="1200">
              <a:solidFill>
                <a:srgbClr val="767676"/>
              </a:solidFill>
              <a:latin typeface="Aptos" charset="0"/>
              <a:ea typeface="宋体" charset="0"/>
              <a:cs typeface="Aptos" charset="0"/>
            </a:endParaRPr>
          </a:p>
        </p:txBody>
      </p:sp>
      <p:sp>
        <p:nvSpPr>
          <p:cNvPr id="5" name="文本框"/>
          <p:cNvSpPr>
            <a:spLocks noGrp="1"/>
          </p:cNvSpPr>
          <p:nvPr>
            <p:ph type="ftr" idx="3"/>
          </p:nvPr>
        </p:nvSpPr>
        <p:spPr>
          <a:xfrm>
            <a:off x="4038600" y="6356349"/>
            <a:ext cx="4114800" cy="365125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algn="ctr"/>
            <a:endParaRPr lang="zh-CN" altLang="en-US" sz="1200">
              <a:solidFill>
                <a:srgbClr val="767676"/>
              </a:solidFill>
              <a:latin typeface="Aptos" charset="0"/>
              <a:ea typeface="宋体" charset="0"/>
              <a:cs typeface="Aptos" charset="0"/>
            </a:endParaRPr>
          </a:p>
        </p:txBody>
      </p:sp>
      <p:sp>
        <p:nvSpPr>
          <p:cNvPr id="6" name="文本框"/>
          <p:cNvSpPr>
            <a:spLocks noGrp="1"/>
          </p:cNvSpPr>
          <p:nvPr>
            <p:ph type="sldNum" idx="4"/>
          </p:nvPr>
        </p:nvSpPr>
        <p:spPr>
          <a:xfrm>
            <a:off x="8610600" y="6356349"/>
            <a:ext cx="2743200" cy="365125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algn="r"/>
            <a:fld id="{CAD2D6BD-DE1B-4B5F-8B41-2702339687B9}" type="slidenum">
              <a:rPr lang="en-US" altLang="zh-CN" sz="1200" b="0" i="0" u="none" strike="noStrike" kern="1200" cap="none" spc="0" baseline="0">
                <a:solidFill>
                  <a:srgbClr val="767676"/>
                </a:solidFill>
                <a:latin typeface="Aptos" charset="0"/>
                <a:ea typeface="宋体" charset="0"/>
                <a:cs typeface="Aptos" charset="0"/>
              </a:rPr>
              <a:pPr algn="r"/>
              <a:t>‹#›</a:t>
            </a:fld>
            <a:endParaRPr lang="zh-CN" altLang="en-US" sz="1200">
              <a:solidFill>
                <a:srgbClr val="767676"/>
              </a:solidFill>
              <a:latin typeface="Aptos" charset="0"/>
              <a:ea typeface="宋体" charset="0"/>
              <a:cs typeface="Aptos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4878974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sldNum="0" hdr="0" ftr="0" dt="0"/>
  <p:txStyles>
    <p:titleStyle>
      <a:lvl1pPr algn="l" defTabSz="914400" eaLnBrk="1" fontAlgn="auto" latinLnBrk="0" hangingPunct="1">
        <a:lnSpc>
          <a:spcPct val="90000"/>
        </a:lnSpc>
        <a:spcBef>
          <a:spcPts val="0"/>
        </a:spcBef>
        <a:buNone/>
        <a:defRPr sz="4400" kern="1200">
          <a:solidFill>
            <a:schemeClr val="tx1"/>
          </a:solidFill>
          <a:latin typeface="Aptos Display" charset="0"/>
          <a:ea typeface="宋体" charset="0"/>
          <a:cs typeface="Aptos Display" charset="0"/>
        </a:defRPr>
      </a:lvl1pPr>
    </p:titleStyle>
    <p:bodyStyle>
      <a:lvl1pPr marL="228600" indent="-228600" algn="l" defTabSz="914400" eaLnBrk="1" fontAlgn="auto" latinLnBrk="0" hangingPunct="1">
        <a:lnSpc>
          <a:spcPct val="90000"/>
        </a:lnSpc>
        <a:spcBef>
          <a:spcPts val="1000"/>
        </a:spcBef>
        <a:buFont typeface="Arial" pitchFamily="34" charset="0"/>
        <a:buChar char="•"/>
        <a:defRPr sz="2800" kern="1200">
          <a:solidFill>
            <a:schemeClr val="tx1"/>
          </a:solidFill>
          <a:latin typeface="Aptos" charset="0"/>
          <a:ea typeface="宋体" charset="0"/>
          <a:cs typeface="Aptos" charset="0"/>
        </a:defRPr>
      </a:lvl1pPr>
      <a:lvl2pPr marL="685800" indent="-228600" algn="l" defTabSz="914400" eaLnBrk="1" fontAlgn="auto" latinLnBrk="0" hangingPunct="1">
        <a:lnSpc>
          <a:spcPct val="90000"/>
        </a:lnSpc>
        <a:spcBef>
          <a:spcPts val="500"/>
        </a:spcBef>
        <a:buFont typeface="Arial" pitchFamily="34" charset="0"/>
        <a:buChar char="•"/>
        <a:defRPr sz="2400" kern="1200">
          <a:solidFill>
            <a:schemeClr val="tx1"/>
          </a:solidFill>
          <a:latin typeface="Aptos" charset="0"/>
          <a:ea typeface="宋体" charset="0"/>
          <a:cs typeface="Aptos" charset="0"/>
        </a:defRPr>
      </a:lvl2pPr>
      <a:lvl3pPr marL="1143000" indent="-228600" algn="l" defTabSz="914400" eaLnBrk="1" fontAlgn="auto" latinLnBrk="0" hangingPunct="1">
        <a:lnSpc>
          <a:spcPct val="90000"/>
        </a:lnSpc>
        <a:spcBef>
          <a:spcPts val="500"/>
        </a:spcBef>
        <a:buFont typeface="Arial" pitchFamily="34" charset="0"/>
        <a:buChar char="•"/>
        <a:defRPr sz="2000" kern="1200">
          <a:solidFill>
            <a:schemeClr val="tx1"/>
          </a:solidFill>
          <a:latin typeface="Aptos" charset="0"/>
          <a:ea typeface="宋体" charset="0"/>
          <a:cs typeface="Aptos" charset="0"/>
        </a:defRPr>
      </a:lvl3pPr>
      <a:lvl4pPr marL="1600200" indent="-228600" algn="l" defTabSz="914400" eaLnBrk="1" fontAlgn="auto" latinLnBrk="0" hangingPunct="1">
        <a:lnSpc>
          <a:spcPct val="90000"/>
        </a:lnSpc>
        <a:spcBef>
          <a:spcPts val="500"/>
        </a:spcBef>
        <a:buFont typeface="Arial" pitchFamily="34" charset="0"/>
        <a:buChar char="•"/>
        <a:defRPr sz="1800" kern="1200">
          <a:solidFill>
            <a:schemeClr val="tx1"/>
          </a:solidFill>
          <a:latin typeface="Aptos" charset="0"/>
          <a:ea typeface="宋体" charset="0"/>
          <a:cs typeface="Aptos" charset="0"/>
        </a:defRPr>
      </a:lvl4pPr>
      <a:lvl5pPr marL="2057400" indent="-228600" algn="l" defTabSz="914400" eaLnBrk="1" fontAlgn="auto" latinLnBrk="0" hangingPunct="1">
        <a:lnSpc>
          <a:spcPct val="90000"/>
        </a:lnSpc>
        <a:spcBef>
          <a:spcPts val="500"/>
        </a:spcBef>
        <a:buFont typeface="Arial" pitchFamily="34" charset="0"/>
        <a:buChar char="•"/>
        <a:defRPr sz="1800" kern="1200">
          <a:solidFill>
            <a:schemeClr val="tx1"/>
          </a:solidFill>
          <a:latin typeface="Aptos" charset="0"/>
          <a:ea typeface="宋体" charset="0"/>
          <a:cs typeface="Aptos" charset="0"/>
        </a:defRPr>
      </a:lvl5pPr>
      <a:lvl6pPr marL="2514600" indent="-228600" algn="l" defTabSz="914400" eaLnBrk="1" fontAlgn="auto" latinLnBrk="0" hangingPunct="1">
        <a:lnSpc>
          <a:spcPct val="90000"/>
        </a:lnSpc>
        <a:spcBef>
          <a:spcPts val="500"/>
        </a:spcBef>
        <a:buFont typeface="Arial" pitchFamily="34" charset="0"/>
        <a:buChar char="•"/>
        <a:defRPr sz="1800" kern="1200">
          <a:solidFill>
            <a:schemeClr val="tx1"/>
          </a:solidFill>
          <a:latin typeface="Aptos" charset="0"/>
          <a:ea typeface="宋体" charset="0"/>
          <a:cs typeface="Aptos" charset="0"/>
        </a:defRPr>
      </a:lvl6pPr>
      <a:lvl7pPr marL="2971800" indent="-228600" algn="l" defTabSz="914400" eaLnBrk="1" fontAlgn="auto" latinLnBrk="0" hangingPunct="1">
        <a:lnSpc>
          <a:spcPct val="90000"/>
        </a:lnSpc>
        <a:spcBef>
          <a:spcPts val="500"/>
        </a:spcBef>
        <a:buFont typeface="Arial" pitchFamily="34" charset="0"/>
        <a:buChar char="•"/>
        <a:defRPr sz="1800" kern="1200">
          <a:solidFill>
            <a:schemeClr val="tx1"/>
          </a:solidFill>
          <a:latin typeface="Aptos" charset="0"/>
          <a:ea typeface="宋体" charset="0"/>
          <a:cs typeface="Aptos" charset="0"/>
        </a:defRPr>
      </a:lvl7pPr>
      <a:lvl8pPr marL="3429000" indent="-228600" algn="l" defTabSz="914400" eaLnBrk="1" fontAlgn="auto" latinLnBrk="0" hangingPunct="1">
        <a:lnSpc>
          <a:spcPct val="90000"/>
        </a:lnSpc>
        <a:spcBef>
          <a:spcPts val="500"/>
        </a:spcBef>
        <a:buFont typeface="Arial" pitchFamily="34" charset="0"/>
        <a:buChar char="•"/>
        <a:defRPr sz="1800" kern="1200">
          <a:solidFill>
            <a:schemeClr val="tx1"/>
          </a:solidFill>
          <a:latin typeface="Aptos" charset="0"/>
          <a:ea typeface="宋体" charset="0"/>
          <a:cs typeface="Aptos" charset="0"/>
        </a:defRPr>
      </a:lvl8pPr>
      <a:lvl9pPr marL="3429000" indent="-228600" algn="l" defTabSz="914400" eaLnBrk="1" fontAlgn="auto" latinLnBrk="0" hangingPunct="1">
        <a:lnSpc>
          <a:spcPct val="90000"/>
        </a:lnSpc>
        <a:spcBef>
          <a:spcPts val="500"/>
        </a:spcBef>
        <a:buFont typeface="Arial" pitchFamily="34" charset="0"/>
        <a:buChar char="•"/>
        <a:defRPr sz="1800" kern="1200">
          <a:solidFill>
            <a:schemeClr val="tx1"/>
          </a:solidFill>
          <a:latin typeface="Aptos" charset="0"/>
          <a:ea typeface="宋体" charset="0"/>
          <a:cs typeface="Aptos" charset="0"/>
        </a:defRPr>
      </a:lvl9pPr>
    </p:bodyStyle>
    <p:otherStyle/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deluxmart.onrender.com/" TargetMode="Externa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 cstate="print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"/>
          <p:cNvSpPr>
            <a:spLocks noGrp="1"/>
          </p:cNvSpPr>
          <p:nvPr>
            <p:ph type="ctrTitle"/>
          </p:nvPr>
        </p:nvSpPr>
        <p:spPr>
          <a:xfrm>
            <a:off x="1573427" y="1353022"/>
            <a:ext cx="9144000" cy="2387600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b" anchorCtr="0">
            <a:prstTxWarp prst="textNoShape">
              <a:avLst/>
            </a:prstTxWarp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4400" b="1" i="0" u="none" strike="noStrike" kern="1200" cap="none" spc="0" baseline="0" dirty="0" smtClean="0">
                <a:solidFill>
                  <a:srgbClr val="002060"/>
                </a:solidFill>
                <a:latin typeface="Times New Roman" charset="0"/>
                <a:ea typeface="宋体" charset="0"/>
                <a:cs typeface="Times New Roman" charset="0"/>
              </a:rPr>
              <a:t>Team: TECH FORCE</a:t>
            </a:r>
            <a:r>
              <a:rPr lang="en-US" altLang="zh-CN" sz="4400" b="1" i="0" u="none" strike="noStrike" kern="1200" cap="none" spc="0" baseline="0" dirty="0" smtClean="0">
                <a:solidFill>
                  <a:srgbClr val="FF0000"/>
                </a:solidFill>
                <a:latin typeface="Times New Roman" charset="0"/>
                <a:ea typeface="宋体" charset="0"/>
                <a:cs typeface="Times New Roman" charset="0"/>
              </a:rPr>
              <a:t/>
            </a:r>
            <a:br>
              <a:rPr lang="en-US" altLang="zh-CN" sz="4400" b="1" i="0" u="none" strike="noStrike" kern="1200" cap="none" spc="0" baseline="0" dirty="0" smtClean="0">
                <a:solidFill>
                  <a:srgbClr val="FF0000"/>
                </a:solidFill>
                <a:latin typeface="Times New Roman" charset="0"/>
                <a:ea typeface="宋体" charset="0"/>
                <a:cs typeface="Times New Roman" charset="0"/>
              </a:rPr>
            </a:br>
            <a:r>
              <a:rPr lang="en-US" altLang="zh-CN" sz="4400" b="1" i="0" u="none" strike="noStrike" kern="1200" cap="none" spc="0" baseline="0" dirty="0" smtClean="0">
                <a:solidFill>
                  <a:schemeClr val="accent2"/>
                </a:solidFill>
                <a:latin typeface="Times New Roman" charset="0"/>
                <a:ea typeface="宋体" charset="0"/>
                <a:cs typeface="Times New Roman" charset="0"/>
              </a:rPr>
              <a:t>Designing </a:t>
            </a:r>
            <a:r>
              <a:rPr lang="en-US" altLang="zh-CN" sz="4400" b="1" i="0" u="none" strike="noStrike" kern="1200" cap="none" spc="0" baseline="0" dirty="0">
                <a:solidFill>
                  <a:schemeClr val="accent2"/>
                </a:solidFill>
                <a:latin typeface="Times New Roman" charset="0"/>
                <a:ea typeface="宋体" charset="0"/>
                <a:cs typeface="Times New Roman" charset="0"/>
              </a:rPr>
              <a:t>a Scalable E-Commerce Platform for Buyers and Sellers</a:t>
            </a:r>
            <a:endParaRPr lang="en-US" altLang="zh-CN" sz="4400" b="0" i="0" u="none" strike="noStrike" kern="1200" cap="none" spc="0" baseline="0" dirty="0">
              <a:solidFill>
                <a:schemeClr val="accent2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zh-CN" altLang="en-US" sz="6000" b="0" i="0" u="none" strike="noStrike" kern="1200" cap="none" spc="0" baseline="0" dirty="0">
              <a:solidFill>
                <a:schemeClr val="tx1"/>
              </a:solidFill>
              <a:latin typeface="Aptos Display" charset="0"/>
              <a:ea typeface="宋体" charset="0"/>
              <a:cs typeface="Lucida Sans" charset="0"/>
            </a:endParaRPr>
          </a:p>
        </p:txBody>
      </p:sp>
      <p:sp>
        <p:nvSpPr>
          <p:cNvPr id="13" name="文本框"/>
          <p:cNvSpPr>
            <a:spLocks noGrp="1"/>
          </p:cNvSpPr>
          <p:nvPr>
            <p:ph type="subTitle" idx="1"/>
          </p:nvPr>
        </p:nvSpPr>
        <p:spPr>
          <a:xfrm>
            <a:off x="1524000" y="3128363"/>
            <a:ext cx="9144000" cy="2129437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>
              <a:avLst/>
            </a:prstTxWarp>
          </a:bodyPr>
          <a:lstStyle/>
          <a:p>
            <a:pPr marL="0" indent="0" algn="ctr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None/>
            </a:pPr>
            <a:r>
              <a:rPr lang="en-US" altLang="zh-CN" sz="2700" b="0" i="0" u="none" strike="noStrike" kern="1200" cap="none" spc="0" baseline="0" dirty="0">
                <a:solidFill>
                  <a:srgbClr val="0070C0"/>
                </a:solidFill>
                <a:latin typeface="Times New Roman" charset="0"/>
                <a:ea typeface="宋体" charset="0"/>
                <a:cs typeface="Times New Roman" charset="0"/>
              </a:rPr>
              <a:t>   </a:t>
            </a:r>
            <a:r>
              <a:rPr lang="en-US" altLang="zh-CN" sz="2700" b="0" i="0" u="none" strike="noStrike" kern="1200" cap="none" spc="0" baseline="0" dirty="0" smtClean="0">
                <a:solidFill>
                  <a:srgbClr val="0070C0"/>
                </a:solidFill>
                <a:latin typeface="Times New Roman" charset="0"/>
                <a:ea typeface="宋体" charset="0"/>
                <a:cs typeface="Times New Roman" charset="0"/>
              </a:rPr>
              <a:t>Project:</a:t>
            </a:r>
            <a:r>
              <a:rPr lang="en-US" altLang="zh-CN" sz="2700" b="0" i="0" u="none" strike="noStrike" kern="1200" cap="none" spc="0" dirty="0" smtClean="0">
                <a:solidFill>
                  <a:srgbClr val="0070C0"/>
                </a:solidFill>
                <a:latin typeface="Times New Roman" charset="0"/>
                <a:ea typeface="宋体" charset="0"/>
                <a:cs typeface="Times New Roman" charset="0"/>
              </a:rPr>
              <a:t> DeLux Mart</a:t>
            </a:r>
            <a:endParaRPr lang="en-US" altLang="zh-CN" sz="2400" b="0" i="0" u="none" strike="noStrike" kern="1200" cap="none" spc="0" baseline="0" dirty="0">
              <a:solidFill>
                <a:schemeClr val="tx1"/>
              </a:solidFill>
              <a:latin typeface="Aptos" charset="0"/>
              <a:ea typeface="宋体" charset="0"/>
              <a:cs typeface="Lucida Sans" charset="0"/>
            </a:endParaRPr>
          </a:p>
          <a:p>
            <a:pPr marL="0" indent="0" algn="ctr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None/>
            </a:pPr>
            <a:r>
              <a:rPr lang="en-US" altLang="zh-CN" sz="2700" b="0" i="0" u="none" strike="noStrike" kern="1200" cap="none" spc="0" baseline="0" dirty="0">
                <a:solidFill>
                  <a:srgbClr val="000000"/>
                </a:solidFill>
                <a:latin typeface="Times New Roman" charset="0"/>
                <a:ea typeface="宋体" charset="0"/>
                <a:cs typeface="Times New Roman" charset="0"/>
              </a:rPr>
              <a:t>1</a:t>
            </a:r>
            <a:r>
              <a:rPr lang="en-US" altLang="zh-CN" sz="2700" b="0" i="0" u="none" strike="noStrike" kern="1200" cap="none" spc="0" baseline="0" dirty="0" smtClean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. N.Lavanya Sri (Y22CS125)</a:t>
            </a:r>
            <a:endParaRPr lang="en-US" altLang="zh-CN" sz="2700" b="0" i="0" u="none" strike="noStrike" kern="1200" cap="none" spc="0" baseline="0" dirty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0" indent="0" algn="ctr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None/>
            </a:pPr>
            <a:r>
              <a:rPr lang="en-US" altLang="zh-CN" sz="2700" b="0" i="0" u="none" strike="noStrike" kern="1200" cap="none" spc="0" baseline="0" dirty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     2</a:t>
            </a:r>
            <a:r>
              <a:rPr lang="en-US" altLang="zh-CN" sz="2700" b="0" i="0" u="none" strike="noStrike" kern="1200" cap="none" spc="0" baseline="0" dirty="0" smtClean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. N.Durga Bhavani (Y22CS126)</a:t>
            </a:r>
            <a:endParaRPr lang="en-US" altLang="zh-CN" sz="2700" b="0" i="0" u="none" strike="noStrike" kern="1200" cap="none" spc="0" baseline="0" dirty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0" indent="0" algn="ctr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None/>
            </a:pPr>
            <a:r>
              <a:rPr lang="en-US" altLang="zh-CN" sz="2700" b="0" i="0" u="none" strike="noStrike" kern="1200" cap="none" spc="0" baseline="0" dirty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      3</a:t>
            </a:r>
            <a:r>
              <a:rPr lang="en-US" altLang="zh-CN" sz="2700" b="0" i="0" u="none" strike="noStrike" kern="1200" cap="none" spc="0" baseline="0" dirty="0" smtClean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. O.Monik Paparao (Y22CS139)</a:t>
            </a:r>
            <a:endParaRPr lang="en-US" altLang="zh-CN" sz="2700" b="0" i="0" u="none" strike="noStrike" kern="1200" cap="none" spc="0" baseline="0" dirty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0" indent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lang="zh-CN" altLang="en-US" sz="2400" b="0" i="0" u="none" strike="noStrike" kern="1200" cap="none" spc="0" baseline="0" dirty="0">
              <a:solidFill>
                <a:schemeClr val="tx1"/>
              </a:solidFill>
              <a:latin typeface="Aptos" charset="0"/>
              <a:ea typeface="宋体" charset="0"/>
              <a:cs typeface="Lucida Sa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8309936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 cstate="print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文本框"/>
          <p:cNvSpPr>
            <a:spLocks noGrp="1"/>
          </p:cNvSpPr>
          <p:nvPr>
            <p:ph type="title"/>
          </p:nvPr>
        </p:nvSpPr>
        <p:spPr>
          <a:xfrm>
            <a:off x="838200" y="365124"/>
            <a:ext cx="10515600" cy="1325562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4400" b="0" i="0" u="none" strike="noStrike" kern="1200" cap="none" spc="0" baseline="0">
                <a:solidFill>
                  <a:srgbClr val="C00000"/>
                </a:solidFill>
                <a:latin typeface="Times New Roman" charset="0"/>
                <a:ea typeface="宋体" charset="0"/>
                <a:cs typeface="Times New Roman" charset="0"/>
              </a:rPr>
              <a:t>CONTENTS</a:t>
            </a:r>
            <a:endParaRPr lang="zh-CN" altLang="en-US" sz="4400" b="0" i="0" u="none" strike="noStrike" kern="1200" cap="none" spc="0" baseline="0">
              <a:solidFill>
                <a:srgbClr val="C00000"/>
              </a:solidFill>
              <a:latin typeface="Times New Roman" charset="0"/>
              <a:ea typeface="宋体" charset="0"/>
              <a:cs typeface="Times New Roman" charset="0"/>
            </a:endParaRPr>
          </a:p>
        </p:txBody>
      </p:sp>
      <p:sp>
        <p:nvSpPr>
          <p:cNvPr id="20" name="文本框"/>
          <p:cNvSpPr>
            <a:spLocks noGrp="1"/>
          </p:cNvSpPr>
          <p:nvPr>
            <p:ph type="body" idx="1"/>
          </p:nvPr>
        </p:nvSpPr>
        <p:spPr>
          <a:xfrm>
            <a:off x="838200" y="1588788"/>
            <a:ext cx="10515600" cy="4588175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>
              <a:avLst/>
            </a:prstTxWarp>
          </a:bodyPr>
          <a:lstStyle/>
          <a:p>
            <a:pPr marL="228600" indent="-228600" algn="l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32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Problem Statement</a:t>
            </a:r>
          </a:p>
          <a:p>
            <a:pPr marL="228600" indent="-228600" algn="l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32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Introduction</a:t>
            </a:r>
          </a:p>
          <a:p>
            <a:pPr marL="228600" indent="-228600" algn="l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32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High Level Design</a:t>
            </a:r>
          </a:p>
          <a:p>
            <a:pPr marL="228600" indent="-228600" algn="l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32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Low Level Design</a:t>
            </a:r>
          </a:p>
          <a:p>
            <a:pPr marL="228600" indent="-228600" algn="l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32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Database Schema</a:t>
            </a:r>
          </a:p>
          <a:p>
            <a:pPr marL="228600" indent="-228600" algn="l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32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Functional requirements</a:t>
            </a:r>
          </a:p>
          <a:p>
            <a:pPr marL="228600" indent="-228600" algn="l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32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Non Functional Requirements</a:t>
            </a:r>
          </a:p>
          <a:p>
            <a:pPr marL="228600" indent="-228600" algn="l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32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Conclusion</a:t>
            </a:r>
          </a:p>
          <a:p>
            <a:pPr marL="228600" indent="-228600" algn="l">
              <a:lnSpc>
                <a:spcPct val="79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endParaRPr lang="zh-CN" altLang="en-US" sz="2800" b="0" i="0" u="none" strike="noStrike" kern="1200" cap="none" spc="0" baseline="0">
              <a:solidFill>
                <a:schemeClr val="tx1"/>
              </a:solidFill>
              <a:latin typeface="Aptos" charset="0"/>
              <a:ea typeface="宋体" charset="0"/>
              <a:cs typeface="Lucida Sa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1093653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 cstate="print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文本框"/>
          <p:cNvSpPr>
            <a:spLocks noGrp="1"/>
          </p:cNvSpPr>
          <p:nvPr>
            <p:ph type="title"/>
          </p:nvPr>
        </p:nvSpPr>
        <p:spPr>
          <a:xfrm>
            <a:off x="838200" y="365124"/>
            <a:ext cx="10515600" cy="1325562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3600" b="0" i="0" u="none" strike="noStrike" kern="1200" cap="none" spc="0" baseline="0">
                <a:solidFill>
                  <a:srgbClr val="C00000"/>
                </a:solidFill>
                <a:latin typeface="Times New Roman" charset="0"/>
                <a:ea typeface="宋体" charset="0"/>
                <a:cs typeface="Times New Roman" charset="0"/>
              </a:rPr>
              <a:t>Problem Statement</a:t>
            </a:r>
            <a:endParaRPr lang="zh-CN" altLang="en-US" sz="3600" b="0" i="0" u="none" strike="noStrike" kern="1200" cap="none" spc="0" baseline="0">
              <a:solidFill>
                <a:srgbClr val="C00000"/>
              </a:solidFill>
              <a:latin typeface="Times New Roman" charset="0"/>
              <a:ea typeface="宋体" charset="0"/>
              <a:cs typeface="Times New Roman" charset="0"/>
            </a:endParaRPr>
          </a:p>
        </p:txBody>
      </p:sp>
      <p:sp>
        <p:nvSpPr>
          <p:cNvPr id="22" name="文本框"/>
          <p:cNvSpPr>
            <a:spLocks noGrp="1"/>
          </p:cNvSpPr>
          <p:nvPr>
            <p:ph type="body" idx="1"/>
          </p:nvPr>
        </p:nvSpPr>
        <p:spPr>
          <a:xfrm>
            <a:off x="838200" y="1547598"/>
            <a:ext cx="10515600" cy="4032122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>
              <a:avLst/>
            </a:prstTxWarp>
          </a:bodyPr>
          <a:lstStyle/>
          <a:p>
            <a:pPr marL="228600" indent="-22860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Consumers need a seamless online shopping experienceto browse, search, and purchase products from multiplesellers in one platform.</a:t>
            </a:r>
          </a:p>
          <a:p>
            <a:pPr marL="228600" indent="-22860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Building a scalable system that supports a large numberof buyers and sellers simultaneously is complex.</a:t>
            </a:r>
          </a:p>
          <a:p>
            <a:pPr marL="228600" indent="-22860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The platform must handle diverse product catalogs andprovide fast, accurate search and browsing features.</a:t>
            </a:r>
          </a:p>
          <a:p>
            <a:pPr marL="228600" indent="-22860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Ensuring secure and reliable transactions acrossmultiple sellers adds to the challenge.</a:t>
            </a:r>
          </a:p>
          <a:p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endParaRPr lang="zh-CN" altLang="en-US" sz="2800" b="0" i="0" u="none" strike="noStrike" kern="1200" cap="none" spc="0" baseline="0">
              <a:solidFill>
                <a:schemeClr val="tx1"/>
              </a:solidFill>
              <a:latin typeface="Aptos" charset="0"/>
              <a:ea typeface="宋体" charset="0"/>
              <a:cs typeface="Lucida Sa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5504036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 cstate="print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文本框"/>
          <p:cNvSpPr>
            <a:spLocks noGrp="1"/>
          </p:cNvSpPr>
          <p:nvPr>
            <p:ph type="title"/>
          </p:nvPr>
        </p:nvSpPr>
        <p:spPr>
          <a:xfrm>
            <a:off x="838200" y="365124"/>
            <a:ext cx="10515600" cy="1325562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3600" b="0" i="0" u="none" strike="noStrike" kern="1200" cap="none" spc="0" baseline="0">
                <a:solidFill>
                  <a:srgbClr val="C00000"/>
                </a:solidFill>
                <a:latin typeface="Times New Roman" charset="0"/>
                <a:ea typeface="宋体" charset="0"/>
                <a:cs typeface="Times New Roman" charset="0"/>
              </a:rPr>
              <a:t>Introduction</a:t>
            </a:r>
            <a:endParaRPr lang="zh-CN" altLang="en-US" sz="3600" b="0" i="0" u="none" strike="noStrike" kern="1200" cap="none" spc="0" baseline="0">
              <a:solidFill>
                <a:srgbClr val="C00000"/>
              </a:solidFill>
              <a:latin typeface="Times New Roman" charset="0"/>
              <a:ea typeface="宋体" charset="0"/>
              <a:cs typeface="Times New Roman" charset="0"/>
            </a:endParaRPr>
          </a:p>
        </p:txBody>
      </p:sp>
      <p:sp>
        <p:nvSpPr>
          <p:cNvPr id="24" name="文本框"/>
          <p:cNvSpPr>
            <a:spLocks noGrp="1"/>
          </p:cNvSpPr>
          <p:nvPr>
            <p:ph type="body" idx="1"/>
          </p:nvPr>
        </p:nvSpPr>
        <p:spPr>
          <a:xfrm>
            <a:off x="838200" y="1506409"/>
            <a:ext cx="10515600" cy="4351338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>
              <a:avLst/>
            </a:prstTxWarp>
          </a:bodyPr>
          <a:lstStyle/>
          <a:p>
            <a:pPr marL="228600" indent="-228600" algn="l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8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Online shopping demand is rapidly increasing,requiring platforms to support many users and sellers.</a:t>
            </a:r>
          </a:p>
          <a:p>
            <a:pPr marL="228600" indent="-228600" algn="l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8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Customers want a single platform to easily browseand buy products from multiple sellers.</a:t>
            </a:r>
          </a:p>
          <a:p>
            <a:pPr marL="228600" indent="-228600" algn="l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8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Building a system that scales efficiently with largetraffic and diverse product catalogs is challenging.</a:t>
            </a:r>
          </a:p>
          <a:p>
            <a:pPr marL="228600" indent="-228600" algn="l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8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Fast and accurate search functionality is critical for agood user experience.</a:t>
            </a:r>
          </a:p>
          <a:p>
            <a:pPr marL="228600" indent="-228600" algn="l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8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Ensuring secure and reliable transactions is essentialfor trust and platform success.</a:t>
            </a:r>
          </a:p>
          <a:p>
            <a:pPr marL="228600" indent="-228600" algn="l">
              <a:lnSpc>
                <a:spcPct val="79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endParaRPr lang="zh-CN" altLang="en-US" sz="2800" b="0" i="0" u="none" strike="noStrike" kern="1200" cap="none" spc="0" baseline="0">
              <a:solidFill>
                <a:schemeClr val="tx1"/>
              </a:solidFill>
              <a:latin typeface="Aptos" charset="0"/>
              <a:ea typeface="宋体" charset="0"/>
              <a:cs typeface="Lucida Sa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18472915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 cstate="print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文本框"/>
          <p:cNvSpPr>
            <a:spLocks noGrp="1"/>
          </p:cNvSpPr>
          <p:nvPr>
            <p:ph type="title"/>
          </p:nvPr>
        </p:nvSpPr>
        <p:spPr>
          <a:xfrm>
            <a:off x="838200" y="365124"/>
            <a:ext cx="10515600" cy="893076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3600" b="0" i="0" u="none" strike="noStrike" kern="1200" cap="none" spc="0" baseline="0">
                <a:solidFill>
                  <a:srgbClr val="C00000"/>
                </a:solidFill>
                <a:latin typeface="Times New Roman" charset="0"/>
                <a:ea typeface="宋体" charset="0"/>
                <a:cs typeface="Times New Roman" charset="0"/>
              </a:rPr>
              <a:t>High Level Design</a:t>
            </a:r>
            <a:endParaRPr lang="zh-CN" altLang="en-US" sz="3600" b="0" i="0" u="none" strike="noStrike" kern="1200" cap="none" spc="0" baseline="0">
              <a:solidFill>
                <a:srgbClr val="C00000"/>
              </a:solidFill>
              <a:latin typeface="Times New Roman" charset="0"/>
              <a:ea typeface="宋体" charset="0"/>
              <a:cs typeface="Times New Roman" charset="0"/>
            </a:endParaRPr>
          </a:p>
        </p:txBody>
      </p:sp>
      <p:sp>
        <p:nvSpPr>
          <p:cNvPr id="26" name="文本框"/>
          <p:cNvSpPr>
            <a:spLocks noGrp="1"/>
          </p:cNvSpPr>
          <p:nvPr>
            <p:ph type="body" idx="1"/>
          </p:nvPr>
        </p:nvSpPr>
        <p:spPr>
          <a:xfrm>
            <a:off x="838200" y="1166598"/>
            <a:ext cx="10515600" cy="5391365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>
              <a:avLst/>
            </a:prstTxWarp>
          </a:bodyPr>
          <a:lstStyle/>
          <a:p>
            <a:pPr marL="0" indent="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None/>
            </a:pPr>
            <a:r>
              <a:rPr lang="en-US" altLang="zh-CN" sz="27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Goal:</a:t>
            </a: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 </a:t>
            </a:r>
            <a:endParaRPr lang="en-US" altLang="zh-CN" sz="2800" b="0" i="0" u="none" strike="noStrike" kern="1200" cap="none" spc="0" baseline="0">
              <a:solidFill>
                <a:schemeClr val="tx1"/>
              </a:solidFill>
              <a:latin typeface="Aptos" charset="0"/>
              <a:ea typeface="宋体" charset="0"/>
              <a:cs typeface="Lucida Sans" charset="0"/>
            </a:endParaRPr>
          </a:p>
          <a:p>
            <a:pPr marL="0" indent="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None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          Develop a scalable and modular e-commerce platform.</a:t>
            </a:r>
          </a:p>
          <a:p>
            <a:pPr marL="0" indent="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None/>
            </a:pPr>
            <a:r>
              <a:rPr lang="en-US" altLang="zh-CN" sz="27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Core Components:</a:t>
            </a:r>
            <a:endParaRPr lang="en-US" altLang="zh-CN" sz="27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Users (Customers)</a:t>
            </a:r>
          </a:p>
          <a:p>
            <a:pPr marL="228600" indent="-22860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Sellers</a:t>
            </a:r>
          </a:p>
          <a:p>
            <a:pPr marL="228600" indent="-22860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User Service</a:t>
            </a:r>
          </a:p>
          <a:p>
            <a:pPr marL="228600" indent="-22860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Product Service</a:t>
            </a:r>
          </a:p>
          <a:p>
            <a:pPr marL="228600" indent="-22860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Cart Service</a:t>
            </a:r>
          </a:p>
          <a:p>
            <a:pPr marL="228600" indent="-22860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Order Service</a:t>
            </a:r>
          </a:p>
          <a:p>
            <a:pPr marL="228600" indent="-22860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Authentication Service</a:t>
            </a:r>
          </a:p>
          <a:p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800" b="0" i="0" u="none" strike="noStrike" kern="1200" cap="none" spc="0" baseline="0">
                <a:solidFill>
                  <a:schemeClr val="tx1"/>
                </a:solidFill>
                <a:latin typeface="Aptos" charset="0"/>
                <a:ea typeface="宋体" charset="0"/>
                <a:cs typeface="Lucida Sans" charset="0"/>
              </a:rPr>
              <a:t>Seller Dashboard Service</a:t>
            </a:r>
            <a:endParaRPr lang="zh-CN" altLang="en-US" sz="2800" b="0" i="0" u="none" strike="noStrike" kern="1200" cap="none" spc="0" baseline="0">
              <a:solidFill>
                <a:schemeClr val="tx1"/>
              </a:solidFill>
              <a:latin typeface="Aptos" charset="0"/>
              <a:ea typeface="宋体" charset="0"/>
              <a:cs typeface="Lucida Sa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7300295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 cstate="print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文本框"/>
          <p:cNvSpPr>
            <a:spLocks noGrp="1"/>
          </p:cNvSpPr>
          <p:nvPr>
            <p:ph type="title"/>
          </p:nvPr>
        </p:nvSpPr>
        <p:spPr>
          <a:xfrm>
            <a:off x="838200" y="365124"/>
            <a:ext cx="10515600" cy="1325562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4400" b="0" i="0" u="none" strike="noStrike" kern="1200" cap="none" spc="0" baseline="0">
                <a:solidFill>
                  <a:srgbClr val="C00000"/>
                </a:solidFill>
                <a:latin typeface="Times New Roman" charset="0"/>
                <a:ea typeface="宋体" charset="0"/>
                <a:cs typeface="Times New Roman" charset="0"/>
              </a:rPr>
              <a:t>Technology Stack</a:t>
            </a:r>
            <a:endParaRPr lang="zh-CN" altLang="en-US" sz="4400" b="0" i="0" u="none" strike="noStrike" kern="1200" cap="none" spc="0" baseline="0">
              <a:solidFill>
                <a:srgbClr val="C00000"/>
              </a:solidFill>
              <a:latin typeface="Times New Roman" charset="0"/>
              <a:ea typeface="宋体" charset="0"/>
              <a:cs typeface="Times New Roman" charset="0"/>
            </a:endParaRPr>
          </a:p>
        </p:txBody>
      </p:sp>
      <p:sp>
        <p:nvSpPr>
          <p:cNvPr id="28" name="文本框"/>
          <p:cNvSpPr>
            <a:spLocks noGrp="1"/>
          </p:cNvSpPr>
          <p:nvPr>
            <p:ph type="body" idx="1"/>
          </p:nvPr>
        </p:nvSpPr>
        <p:spPr>
          <a:xfrm>
            <a:off x="942973" y="1587242"/>
            <a:ext cx="10515600" cy="4351337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>
              <a:avLst/>
            </a:prstTxWarp>
          </a:bodyPr>
          <a:lstStyle/>
          <a:p>
            <a:pPr marL="228600" indent="-22860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Frontend:</a:t>
            </a: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 Angular, HTML, CSS</a:t>
            </a:r>
          </a:p>
          <a:p>
            <a:pPr marL="228600" indent="-22860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Backend:</a:t>
            </a: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 Express Js, Node.js</a:t>
            </a:r>
          </a:p>
          <a:p>
            <a:pPr marL="228600" indent="-22860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Database:</a:t>
            </a: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 MongoDB</a:t>
            </a:r>
          </a:p>
          <a:p>
            <a:pPr marL="228600" indent="-22860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Communication:</a:t>
            </a:r>
            <a:endParaRPr lang="en-US" altLang="zh-CN" sz="27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0" indent="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None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         Messaging: Email</a:t>
            </a:r>
          </a:p>
          <a:p>
            <a:pPr marL="0" indent="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None/>
            </a:pPr>
            <a:r>
              <a:rPr lang="en-US" altLang="zh-CN" sz="27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External Systems:</a:t>
            </a:r>
          </a:p>
          <a:p>
            <a:pPr marL="0" indent="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None/>
            </a:pPr>
            <a:r>
              <a:rPr lang="en-US" altLang="zh-CN" sz="27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COD system for Payment</a:t>
            </a:r>
            <a:endParaRPr lang="en-US" altLang="zh-CN" sz="27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0" indent="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None/>
            </a:pPr>
            <a:endParaRPr lang="en-US" altLang="zh-CN" sz="27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endParaRPr lang="zh-CN" altLang="en-US" sz="2800" b="0" i="0" u="none" strike="noStrike" kern="1200" cap="none" spc="0" baseline="0">
              <a:solidFill>
                <a:schemeClr val="tx1"/>
              </a:solidFill>
              <a:latin typeface="Aptos" charset="0"/>
              <a:ea typeface="宋体" charset="0"/>
              <a:cs typeface="Lucida Sa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15016494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 cstate="print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本框"/>
          <p:cNvSpPr>
            <a:spLocks noGrp="1"/>
          </p:cNvSpPr>
          <p:nvPr>
            <p:ph type="title"/>
          </p:nvPr>
        </p:nvSpPr>
        <p:spPr>
          <a:xfrm>
            <a:off x="838200" y="365124"/>
            <a:ext cx="10515600" cy="1325562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3600" b="0" i="0" u="none" strike="noStrike" kern="1200" cap="none" spc="0" baseline="0">
                <a:solidFill>
                  <a:srgbClr val="C00000"/>
                </a:solidFill>
                <a:latin typeface="Times New Roman" charset="0"/>
                <a:ea typeface="宋体" charset="0"/>
                <a:cs typeface="Times New Roman" charset="0"/>
              </a:rPr>
              <a:t>Overview of System Diagram</a:t>
            </a:r>
            <a:endParaRPr lang="zh-CN" altLang="en-US" sz="3600" b="0" i="0" u="none" strike="noStrike" kern="1200" cap="none" spc="0" baseline="0">
              <a:solidFill>
                <a:srgbClr val="C00000"/>
              </a:solidFill>
              <a:latin typeface="Times New Roman" charset="0"/>
              <a:ea typeface="宋体" charset="0"/>
              <a:cs typeface="Times New Roman" charset="0"/>
            </a:endParaRPr>
          </a:p>
        </p:txBody>
      </p:sp>
      <p:sp>
        <p:nvSpPr>
          <p:cNvPr id="30" name="文本框"/>
          <p:cNvSpPr>
            <a:spLocks noGrp="1"/>
          </p:cNvSpPr>
          <p:nvPr>
            <p:ph type="body" idx="1"/>
          </p:nvPr>
        </p:nvSpPr>
        <p:spPr>
          <a:xfrm>
            <a:off x="838200" y="1588787"/>
            <a:ext cx="10515600" cy="4351338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>
              <a:avLst/>
            </a:prstTxWarp>
          </a:bodyPr>
          <a:lstStyle/>
          <a:p>
            <a:pPr marL="228600" indent="-22860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32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Calibri" charset="0"/>
                <a:cs typeface="Calibri" charset="0"/>
              </a:rPr>
              <a:t>Product Display &amp; Filtering</a:t>
            </a:r>
          </a:p>
          <a:p>
            <a:pPr marL="228600" indent="-22860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32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Calibri" charset="0"/>
                <a:cs typeface="Calibri" charset="0"/>
              </a:rPr>
              <a:t>Cart System (Add/Remove)</a:t>
            </a:r>
          </a:p>
          <a:p>
            <a:pPr marL="228600" indent="-22860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32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Calibri" charset="0"/>
                <a:cs typeface="Calibri" charset="0"/>
              </a:rPr>
              <a:t>Processing</a:t>
            </a:r>
          </a:p>
          <a:p>
            <a:pPr marL="228600" indent="-22860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32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Calibri" charset="0"/>
                <a:cs typeface="Calibri" charset="0"/>
              </a:rPr>
              <a:t>Order Updates</a:t>
            </a:r>
          </a:p>
          <a:p>
            <a:pPr marL="228600" indent="-22860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32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Calibri" charset="0"/>
                <a:cs typeface="Calibri" charset="0"/>
              </a:rPr>
              <a:t>Mail Updates</a:t>
            </a:r>
          </a:p>
          <a:p>
            <a:pPr marL="228600" indent="-22860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32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Calibri" charset="0"/>
                <a:cs typeface="Calibri" charset="0"/>
              </a:rPr>
              <a:t>Authentication</a:t>
            </a:r>
          </a:p>
          <a:p>
            <a:pPr marL="228600" indent="-22860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endParaRPr lang="en-US" altLang="zh-CN" sz="32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Calibri" charset="0"/>
              <a:cs typeface="Calibri" charset="0"/>
            </a:endParaRPr>
          </a:p>
          <a:p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endParaRPr lang="zh-CN" altLang="en-US" sz="2800" b="0" i="0" u="none" strike="noStrike" kern="1200" cap="none" spc="0" baseline="0">
              <a:solidFill>
                <a:schemeClr val="tx1"/>
              </a:solidFill>
              <a:latin typeface="Aptos" charset="0"/>
              <a:ea typeface="宋体" charset="0"/>
              <a:cs typeface="Lucida Sa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18731960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 cstate="print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"/>
          <p:cNvSpPr>
            <a:spLocks/>
          </p:cNvSpPr>
          <p:nvPr/>
        </p:nvSpPr>
        <p:spPr>
          <a:xfrm>
            <a:off x="1807960" y="1214507"/>
            <a:ext cx="7743916" cy="4863465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>
              <a:avLst/>
            </a:prstTxWarp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7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Stakeholders:</a:t>
            </a:r>
            <a:endParaRPr lang="en-US" altLang="zh-CN" sz="27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,Sans-Serif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End users (Buyers &amp; Sellers)</a:t>
            </a: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,Sans-Serif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Developers</a:t>
            </a: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,Sans-Serif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Evaluators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altLang="zh-CN" sz="27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7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Scope:</a:t>
            </a:r>
            <a:endParaRPr lang="en-US" altLang="zh-CN" sz="27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,Sans-Serif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Product listing &amp; browsing</a:t>
            </a: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,Sans-Serif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Search and filtering</a:t>
            </a: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,Sans-Serif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Shopping cart &amp; checkout</a:t>
            </a: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,Sans-Serif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Order updates</a:t>
            </a: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,Sans-Serif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Reviews and ratings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zh-CN" altLang="en-US" sz="1800" b="0" i="0" u="none" strike="noStrike" kern="1200" cap="none" spc="0" baseline="0">
              <a:solidFill>
                <a:schemeClr val="tx1"/>
              </a:solidFill>
              <a:latin typeface="Aptos" charset="0"/>
              <a:ea typeface="宋体" charset="0"/>
              <a:cs typeface="Aptos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4502035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 cstate="print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"/>
          <p:cNvSpPr>
            <a:spLocks noGrp="1"/>
          </p:cNvSpPr>
          <p:nvPr>
            <p:ph type="title"/>
          </p:nvPr>
        </p:nvSpPr>
        <p:spPr>
          <a:xfrm>
            <a:off x="838200" y="498990"/>
            <a:ext cx="10515600" cy="934266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3600" b="0" i="0" u="none" strike="noStrike" kern="1200" cap="none" spc="0" baseline="0">
                <a:solidFill>
                  <a:srgbClr val="C00000"/>
                </a:solidFill>
                <a:latin typeface="Times New Roman" charset="0"/>
                <a:ea typeface="宋体" charset="0"/>
                <a:cs typeface="Times New Roman" charset="0"/>
              </a:rPr>
              <a:t>Low Level Design – Key Entities</a:t>
            </a:r>
            <a:endParaRPr lang="zh-CN" altLang="en-US" sz="3600" b="0" i="0" u="none" strike="noStrike" kern="1200" cap="none" spc="0" baseline="0">
              <a:solidFill>
                <a:srgbClr val="C00000"/>
              </a:solidFill>
              <a:latin typeface="Times New Roman" charset="0"/>
              <a:ea typeface="宋体" charset="0"/>
              <a:cs typeface="Times New Roman" charset="0"/>
            </a:endParaRPr>
          </a:p>
        </p:txBody>
      </p:sp>
      <p:sp>
        <p:nvSpPr>
          <p:cNvPr id="36" name="文本框"/>
          <p:cNvSpPr>
            <a:spLocks noGrp="1"/>
          </p:cNvSpPr>
          <p:nvPr>
            <p:ph type="body" idx="1"/>
          </p:nvPr>
        </p:nvSpPr>
        <p:spPr>
          <a:xfrm>
            <a:off x="838200" y="1434328"/>
            <a:ext cx="10515600" cy="4722040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>
              <a:avLst/>
            </a:prstTxWarp>
          </a:bodyPr>
          <a:lstStyle/>
          <a:p>
            <a:pPr marL="0" indent="0" algn="l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None/>
            </a:pPr>
            <a:r>
              <a:rPr lang="en-US" altLang="zh-CN" sz="27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User:</a:t>
            </a:r>
          </a:p>
          <a:p>
            <a:pPr marL="228600" indent="-228600" algn="l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Name</a:t>
            </a:r>
          </a:p>
          <a:p>
            <a:pPr marL="228600" indent="-228600" algn="l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Email Id</a:t>
            </a:r>
          </a:p>
          <a:p>
            <a:pPr marL="228600" indent="-228600" algn="l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Password</a:t>
            </a:r>
          </a:p>
          <a:p>
            <a:pPr marL="0" indent="0" algn="l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None/>
            </a:pPr>
            <a:r>
              <a:rPr lang="en-US" altLang="zh-CN" sz="27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Product:</a:t>
            </a:r>
            <a:endParaRPr lang="en-US" altLang="zh-CN" sz="27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Filters</a:t>
            </a:r>
          </a:p>
          <a:p>
            <a:pPr marL="228600" indent="-228600" algn="l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Search attributes</a:t>
            </a:r>
          </a:p>
          <a:p>
            <a:pPr marL="0" indent="0" algn="l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None/>
            </a:pPr>
            <a:r>
              <a:rPr lang="en-US" altLang="zh-CN" sz="27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Cart:</a:t>
            </a:r>
            <a:endParaRPr lang="en-US" altLang="zh-CN" sz="27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Add/remove items</a:t>
            </a:r>
          </a:p>
          <a:p>
            <a:pPr marL="228600" indent="-228600" algn="l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Quantity management</a:t>
            </a:r>
          </a:p>
          <a:p>
            <a:pPr marL="228600" indent="-228600" algn="l">
              <a:lnSpc>
                <a:spcPct val="79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endParaRPr lang="zh-CN" altLang="en-US" sz="2700" b="0" i="0" u="none" strike="noStrike" kern="1200" cap="none" spc="0" baseline="0">
              <a:solidFill>
                <a:schemeClr val="tx1"/>
              </a:solidFill>
              <a:latin typeface="Aptos" charset="0"/>
              <a:ea typeface="宋体" charset="0"/>
              <a:cs typeface="Lucida Sa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18715185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 cstate="print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"/>
          <p:cNvSpPr>
            <a:spLocks/>
          </p:cNvSpPr>
          <p:nvPr/>
        </p:nvSpPr>
        <p:spPr>
          <a:xfrm>
            <a:off x="1569837" y="1012737"/>
            <a:ext cx="9150209" cy="4596766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>
              <a:avLst/>
            </a:prstTxWarp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700" b="1" i="0" u="none" strike="noStrike" kern="1200" cap="none" spc="0" baseline="0" dirty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Payment:</a:t>
            </a:r>
            <a:endParaRPr lang="en-US" altLang="zh-CN" sz="2700" b="0" i="0" u="none" strike="noStrike" kern="1200" cap="none" spc="0" baseline="0" dirty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,Sans-Serif" charset="0"/>
              <a:buChar char="•"/>
            </a:pPr>
            <a:r>
              <a:rPr lang="en-US" altLang="zh-CN" sz="2700" b="0" i="0" u="none" strike="noStrike" kern="1200" cap="none" spc="0" baseline="0" dirty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Payment methods(COD)</a:t>
            </a: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,Sans-Serif" charset="0"/>
              <a:buChar char="•"/>
            </a:pPr>
            <a:r>
              <a:rPr lang="en-US" altLang="zh-CN" sz="2700" b="0" i="0" u="none" strike="noStrike" kern="1200" cap="none" spc="0" baseline="0" dirty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Payment status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700" b="1" i="0" u="none" strike="noStrike" kern="1200" cap="none" spc="0" baseline="0" dirty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Seller:</a:t>
            </a:r>
            <a:endParaRPr lang="en-US" altLang="zh-CN" sz="2700" b="0" i="0" u="none" strike="noStrike" kern="1200" cap="none" spc="0" baseline="0" dirty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,Sans-Serif" charset="0"/>
              <a:buChar char="•"/>
            </a:pPr>
            <a:r>
              <a:rPr lang="en-US" altLang="zh-CN" sz="2700" b="0" i="0" u="none" strike="noStrike" kern="1200" cap="none" spc="0" baseline="0" dirty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Product dispatch</a:t>
            </a: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,Sans-Serif" charset="0"/>
              <a:buChar char="•"/>
            </a:pPr>
            <a:r>
              <a:rPr lang="en-US" altLang="zh-CN" sz="2700" b="0" i="0" u="none" strike="noStrike" kern="1200" cap="none" spc="0" baseline="0" dirty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Amount collection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700" b="1" i="0" u="none" strike="noStrike" kern="1200" cap="none" spc="0" baseline="0" dirty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Delivery:</a:t>
            </a:r>
            <a:endParaRPr lang="en-US" altLang="zh-CN" sz="2700" b="0" i="0" u="none" strike="noStrike" kern="1200" cap="none" spc="0" baseline="0" dirty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700" b="0" i="0" u="none" strike="noStrike" kern="1200" cap="none" spc="0" baseline="0" dirty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Order ID, Delivery OTP, Delivery status, Handover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700" b="1" i="0" u="none" strike="noStrike" kern="1200" cap="none" spc="0" baseline="0" dirty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Feedback &amp; Queries:</a:t>
            </a:r>
            <a:endParaRPr lang="en-US" altLang="zh-CN" sz="2700" b="0" i="0" u="none" strike="noStrike" kern="1200" cap="none" spc="0" baseline="0" dirty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700" b="0" i="0" u="none" strike="noStrike" kern="1200" cap="none" spc="0" baseline="0" dirty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The User can make contact to admin for queries.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zh-CN" altLang="en-US" sz="2700" b="0" i="0" u="none" strike="noStrike" kern="1200" cap="none" spc="0" baseline="0" dirty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8042855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 cstate="print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文本框"/>
          <p:cNvSpPr>
            <a:spLocks noGrp="1"/>
          </p:cNvSpPr>
          <p:nvPr>
            <p:ph type="title"/>
          </p:nvPr>
        </p:nvSpPr>
        <p:spPr>
          <a:xfrm>
            <a:off x="1104895" y="727068"/>
            <a:ext cx="10515600" cy="769508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4400" b="0" i="0" u="none" strike="noStrike" kern="1200" cap="none" spc="0" baseline="0">
                <a:solidFill>
                  <a:srgbClr val="C00000"/>
                </a:solidFill>
                <a:latin typeface="Times New Roman" charset="0"/>
                <a:ea typeface="宋体" charset="0"/>
                <a:cs typeface="Times New Roman" charset="0"/>
              </a:rPr>
              <a:t>Database Schema</a:t>
            </a:r>
            <a:endParaRPr lang="zh-CN" altLang="en-US" sz="4400" b="0" i="0" u="none" strike="noStrike" kern="1200" cap="none" spc="0" baseline="0">
              <a:solidFill>
                <a:srgbClr val="C00000"/>
              </a:solidFill>
              <a:latin typeface="Times New Roman" charset="0"/>
              <a:ea typeface="宋体" charset="0"/>
              <a:cs typeface="Times New Roman" charset="0"/>
            </a:endParaRPr>
          </a:p>
        </p:txBody>
      </p:sp>
      <p:sp>
        <p:nvSpPr>
          <p:cNvPr id="39" name="文本框"/>
          <p:cNvSpPr>
            <a:spLocks noGrp="1"/>
          </p:cNvSpPr>
          <p:nvPr>
            <p:ph type="body" idx="1"/>
          </p:nvPr>
        </p:nvSpPr>
        <p:spPr>
          <a:xfrm>
            <a:off x="1028697" y="1536523"/>
            <a:ext cx="10515600" cy="5030958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>
              <a:avLst/>
            </a:prstTxWarp>
          </a:bodyPr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altLang="zh-CN" sz="2800" b="1" i="0" u="none" strike="noStrike" kern="1200" cap="none" spc="0" baseline="0">
                <a:solidFill>
                  <a:srgbClr val="215B95"/>
                </a:solidFill>
                <a:latin typeface="Times New Roman" charset="0"/>
                <a:ea typeface="Aptos" charset="0"/>
                <a:cs typeface="Aptos" charset="0"/>
              </a:rPr>
              <a:t>Entities:</a:t>
            </a:r>
            <a:endParaRPr lang="en-US" altLang="zh-CN" sz="2800" b="0" i="0" u="none" strike="noStrike" kern="1200" cap="none" spc="0" baseline="0">
              <a:solidFill>
                <a:srgbClr val="215B95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Users Table:</a:t>
            </a: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 Name,email, password</a:t>
            </a:r>
            <a:endParaRPr lang="en-US" altLang="zh-CN" sz="27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Product Table:</a:t>
            </a: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 ID, Name, Image, Email, Price, Uploaded time</a:t>
            </a:r>
            <a:endParaRPr lang="en-US" altLang="zh-CN" sz="27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Cart Table:</a:t>
            </a: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 Id Email, Product Id, Product Name, Product Image, Product Price, Quantity, Seller Email</a:t>
            </a:r>
            <a:endParaRPr lang="en-US" altLang="zh-CN" sz="27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Order Table:</a:t>
            </a: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 ID, Email, items,total amount, payment mode, Adrdess, Delivery OTP, Order Date, Oder Status, Delivery Status</a:t>
            </a:r>
            <a:endParaRPr lang="en-US" altLang="zh-CN" sz="27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Sellers Table:</a:t>
            </a: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 Id, Name, Email, Password</a:t>
            </a:r>
            <a:endParaRPr lang="en-US" altLang="zh-CN" sz="27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endParaRPr lang="zh-CN" altLang="en-US" sz="28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4188805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 cstate="print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文本框"/>
          <p:cNvSpPr>
            <a:spLocks noGrp="1"/>
          </p:cNvSpPr>
          <p:nvPr>
            <p:ph type="title"/>
          </p:nvPr>
        </p:nvSpPr>
        <p:spPr>
          <a:xfrm>
            <a:off x="838200" y="365124"/>
            <a:ext cx="10515600" cy="831291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3600" b="0" i="0" u="none" strike="noStrike" kern="1200" cap="none" spc="0" baseline="0">
                <a:solidFill>
                  <a:srgbClr val="C00000"/>
                </a:solidFill>
                <a:latin typeface="Times New Roman" charset="0"/>
                <a:ea typeface="宋体" charset="0"/>
                <a:cs typeface="Times New Roman" charset="0"/>
              </a:rPr>
              <a:t>Functional Requirements</a:t>
            </a:r>
            <a:endParaRPr lang="zh-CN" altLang="en-US" sz="3600" b="0" i="0" u="none" strike="noStrike" kern="1200" cap="none" spc="0" baseline="0">
              <a:solidFill>
                <a:srgbClr val="C00000"/>
              </a:solidFill>
              <a:latin typeface="Times New Roman" charset="0"/>
              <a:ea typeface="宋体" charset="0"/>
              <a:cs typeface="Times New Roman" charset="0"/>
            </a:endParaRPr>
          </a:p>
        </p:txBody>
      </p:sp>
      <p:sp>
        <p:nvSpPr>
          <p:cNvPr id="41" name="文本框"/>
          <p:cNvSpPr>
            <a:spLocks noGrp="1"/>
          </p:cNvSpPr>
          <p:nvPr>
            <p:ph type="body" idx="1"/>
          </p:nvPr>
        </p:nvSpPr>
        <p:spPr>
          <a:xfrm>
            <a:off x="838200" y="1197490"/>
            <a:ext cx="10515600" cy="4979473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>
              <a:avLst/>
            </a:prstTxWarp>
          </a:bodyPr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altLang="zh-CN" sz="24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Lucida Sans" charset="0"/>
              </a:rPr>
              <a:t>Scalability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Lucida Sans" charset="0"/>
              </a:rPr>
              <a:t>System should handle growing numbers of users, products, and orders.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altLang="zh-CN" sz="24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Lucida Sans" charset="0"/>
              </a:rPr>
              <a:t>Performance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Lucida Sans" charset="0"/>
              </a:rPr>
              <a:t>Fast response times for search, checkout, and product loading (&lt;2 seconds preferred).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altLang="zh-CN" sz="24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Lucida Sans" charset="0"/>
              </a:rPr>
              <a:t>Reliability &amp; Availability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Lucida Sans" charset="0"/>
              </a:rPr>
              <a:t>High uptime (e.g., 99.9%) to ensure continuous service availability.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altLang="zh-CN" sz="24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Lucida Sans" charset="0"/>
              </a:rPr>
              <a:t>Security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Lucida Sans" charset="0"/>
              </a:rPr>
              <a:t>Secure user authentication (OTP, encryption).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Lucida Sans" charset="0"/>
              </a:rPr>
              <a:t>Safe handling of payment and personal data (e.g., SSL, tokenization).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altLang="zh-CN" sz="24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Lucida Sans" charset="0"/>
              </a:rPr>
              <a:t>Maintainability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Lucida Sans" charset="0"/>
              </a:rPr>
              <a:t>Modular code and services for easy updates and debugging.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endParaRPr lang="zh-CN" altLang="en-US" sz="2800" b="0" i="0" u="none" strike="noStrike" kern="1200" cap="none" spc="0" baseline="0">
              <a:solidFill>
                <a:schemeClr val="tx1"/>
              </a:solidFill>
              <a:latin typeface="Aptos" charset="0"/>
              <a:ea typeface="宋体" charset="0"/>
              <a:cs typeface="Lucida Sa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12743473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 cstate="print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矩形"/>
          <p:cNvSpPr>
            <a:spLocks/>
          </p:cNvSpPr>
          <p:nvPr/>
        </p:nvSpPr>
        <p:spPr>
          <a:xfrm>
            <a:off x="869476" y="828072"/>
            <a:ext cx="10209187" cy="5330190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>
              <a:avLst/>
            </a:prstTxWarp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5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Usability</a:t>
            </a:r>
            <a:endParaRPr lang="en-US" altLang="zh-CN" sz="25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5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Intuitive UI/UX for both customers and sellers.</a:t>
            </a:r>
            <a:endParaRPr lang="en-US" altLang="zh-CN" sz="25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5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Compatibility</a:t>
            </a:r>
            <a:endParaRPr lang="en-US" altLang="zh-CN" sz="25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5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Responsive design across browsers and mobile devices.</a:t>
            </a:r>
            <a:endParaRPr lang="en-US" altLang="zh-CN" sz="25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5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Logging and Monitoring</a:t>
            </a:r>
            <a:endParaRPr lang="en-US" altLang="zh-CN" sz="25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5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Proper system logs for debugging and real-time monitoring of service health.</a:t>
            </a:r>
            <a:endParaRPr lang="en-US" altLang="zh-CN" sz="25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5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Data Consistency</a:t>
            </a:r>
            <a:endParaRPr lang="en-US" altLang="zh-CN" sz="25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5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All transactions (orders, payments, returns) should maintain data integrity.</a:t>
            </a:r>
            <a:endParaRPr lang="en-US" altLang="zh-CN" sz="25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5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Localization (Optional)</a:t>
            </a:r>
            <a:endParaRPr lang="en-US" altLang="zh-CN" sz="25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5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Support for multiple languages and currencies, if planning to scale globally.</a:t>
            </a:r>
            <a:endParaRPr lang="en-US" altLang="zh-CN" sz="25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zh-CN" altLang="en-US" sz="27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14373661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 cstate="print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文本框"/>
          <p:cNvSpPr>
            <a:spLocks noGrp="1"/>
          </p:cNvSpPr>
          <p:nvPr>
            <p:ph type="title"/>
          </p:nvPr>
        </p:nvSpPr>
        <p:spPr>
          <a:xfrm>
            <a:off x="838200" y="365124"/>
            <a:ext cx="10515600" cy="923968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4400" b="0" i="0" u="none" strike="noStrike" kern="1200" cap="none" spc="0" baseline="0">
                <a:solidFill>
                  <a:srgbClr val="C00000"/>
                </a:solidFill>
                <a:latin typeface="Times New Roman" charset="0"/>
                <a:ea typeface="宋体" charset="0"/>
                <a:cs typeface="Times New Roman" charset="0"/>
              </a:rPr>
              <a:t>Non-Functional Requirements</a:t>
            </a:r>
            <a:endParaRPr lang="zh-CN" altLang="en-US" sz="4400" b="0" i="0" u="none" strike="noStrike" kern="1200" cap="none" spc="0" baseline="0">
              <a:solidFill>
                <a:srgbClr val="C00000"/>
              </a:solidFill>
              <a:latin typeface="Times New Roman" charset="0"/>
              <a:ea typeface="宋体" charset="0"/>
              <a:cs typeface="Times New Roman" charset="0"/>
            </a:endParaRPr>
          </a:p>
        </p:txBody>
      </p:sp>
      <p:sp>
        <p:nvSpPr>
          <p:cNvPr id="44" name="文本框"/>
          <p:cNvSpPr>
            <a:spLocks noGrp="1"/>
          </p:cNvSpPr>
          <p:nvPr>
            <p:ph type="body" idx="1"/>
          </p:nvPr>
        </p:nvSpPr>
        <p:spPr>
          <a:xfrm>
            <a:off x="838200" y="1310761"/>
            <a:ext cx="10515600" cy="4866201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>
              <a:avLst/>
            </a:prstTxWarp>
          </a:bodyPr>
          <a:lstStyle/>
          <a:p>
            <a:pPr marL="0" indent="0" algn="l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altLang="zh-CN" sz="25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Scalability</a:t>
            </a:r>
            <a:endParaRPr lang="en-US" altLang="zh-CN" sz="25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5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System should handle growing numbers of users, products, and orders.</a:t>
            </a:r>
          </a:p>
          <a:p>
            <a:pPr marL="0" indent="0" algn="l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altLang="zh-CN" sz="25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Performance</a:t>
            </a:r>
            <a:endParaRPr lang="en-US" altLang="zh-CN" sz="25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5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Fast response times for search, checkout, and product loading (&lt;2 seconds preferred).</a:t>
            </a:r>
          </a:p>
          <a:p>
            <a:pPr marL="0" indent="0" algn="l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altLang="zh-CN" sz="25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Reliability &amp; Availability</a:t>
            </a:r>
            <a:endParaRPr lang="en-US" altLang="zh-CN" sz="25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5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High uptime (e.g., 99.9%) to ensure continuous service availability.</a:t>
            </a:r>
          </a:p>
          <a:p>
            <a:pPr marL="0" indent="0" algn="l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altLang="zh-CN" sz="25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Security</a:t>
            </a:r>
            <a:endParaRPr lang="en-US" altLang="zh-CN" sz="25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5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Secure user authentication (OTP, encryption).</a:t>
            </a:r>
          </a:p>
          <a:p>
            <a:pPr marL="228600" indent="-228600" algn="l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5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Safe handling of payment and personal data (e.g., SSL, tokenization).</a:t>
            </a:r>
          </a:p>
          <a:p>
            <a:pPr marL="0" indent="0" algn="l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altLang="zh-CN" sz="25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Maintainability</a:t>
            </a:r>
            <a:endParaRPr lang="en-US" altLang="zh-CN" sz="25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5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Lucida Sans" charset="0"/>
              </a:rPr>
              <a:t>Modular code and services for easy updates and debugging.</a:t>
            </a:r>
            <a:endParaRPr lang="en-US" altLang="zh-CN" sz="26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endParaRPr lang="zh-CN" altLang="en-US" sz="2600" b="0" i="0" u="none" strike="noStrike" kern="1200" cap="none" spc="0" baseline="0">
              <a:solidFill>
                <a:schemeClr val="tx1"/>
              </a:solidFill>
              <a:latin typeface="Aptos" charset="0"/>
              <a:ea typeface="宋体" charset="0"/>
              <a:cs typeface="Lucida Sa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422210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 cstate="print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矩形"/>
          <p:cNvSpPr>
            <a:spLocks/>
          </p:cNvSpPr>
          <p:nvPr/>
        </p:nvSpPr>
        <p:spPr>
          <a:xfrm>
            <a:off x="513219" y="593452"/>
            <a:ext cx="11173985" cy="6244590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>
              <a:avLst/>
            </a:prstTxWarp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4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Usability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742950" lvl="1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Intuitive, user-friendly UI/UX optimized for mobile and web platforms.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742950" lvl="1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Clear navigation, accessible design, and fast-loading pages improve user satisfaction.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4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Reliability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742950" lvl="1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System should automatically recover from service failures (auto-retry, health checks).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742950" lvl="1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Order, payment, and delivery data must remain consistent even during failures.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4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Logging &amp; Monitoring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742950" lvl="1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All services should log key activities (e.g., logins, transactions, failures).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742950" lvl="1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Monitoring tools (e.g., Prometheus, ELK stack) should track uptime, API response times, and error rates.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4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Data Integrity &amp; Consistency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742950" lvl="1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All operations (like payment, refund, inventory updates) must maintain ACID properties to prevent data corruption.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</a:pPr>
            <a:endParaRPr lang="zh-CN" altLang="en-US" sz="24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14159947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 cstate="print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文本框"/>
          <p:cNvSpPr>
            <a:spLocks noGrp="1"/>
          </p:cNvSpPr>
          <p:nvPr>
            <p:ph type="title"/>
          </p:nvPr>
        </p:nvSpPr>
        <p:spPr>
          <a:xfrm>
            <a:off x="838200" y="365124"/>
            <a:ext cx="10515600" cy="893076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3600" b="0" i="0" u="none" strike="noStrike" kern="1200" cap="none" spc="0" baseline="0">
                <a:solidFill>
                  <a:srgbClr val="C00000"/>
                </a:solidFill>
                <a:latin typeface="Times New Roman" charset="0"/>
                <a:ea typeface="宋体" charset="0"/>
                <a:cs typeface="Times New Roman" charset="0"/>
              </a:rPr>
              <a:t>Conclusion</a:t>
            </a:r>
            <a:endParaRPr lang="zh-CN" altLang="en-US" sz="3600" b="0" i="0" u="none" strike="noStrike" kern="1200" cap="none" spc="0" baseline="0">
              <a:solidFill>
                <a:srgbClr val="C00000"/>
              </a:solidFill>
              <a:latin typeface="Times New Roman" charset="0"/>
              <a:ea typeface="宋体" charset="0"/>
              <a:cs typeface="Times New Roman" charset="0"/>
            </a:endParaRPr>
          </a:p>
        </p:txBody>
      </p:sp>
      <p:sp>
        <p:nvSpPr>
          <p:cNvPr id="47" name="文本框"/>
          <p:cNvSpPr>
            <a:spLocks noGrp="1"/>
          </p:cNvSpPr>
          <p:nvPr>
            <p:ph type="body" idx="1"/>
          </p:nvPr>
        </p:nvSpPr>
        <p:spPr>
          <a:xfrm>
            <a:off x="838200" y="1259274"/>
            <a:ext cx="10515600" cy="4742634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>
              <a:avLst/>
            </a:prstTxWarp>
          </a:bodyPr>
          <a:lstStyle/>
          <a:p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The e-commerce platform is designed with a modular and scalable architecture for smooth expansion.</a:t>
            </a:r>
            <a:endParaRPr lang="en-US" altLang="zh-CN" sz="27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It supports core features like product listing, cart management, order processing, and payment integration.</a:t>
            </a:r>
            <a:endParaRPr lang="en-US" altLang="zh-CN" sz="27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Microservices ensure each module operates independently for better maintainability and performance.</a:t>
            </a:r>
            <a:endParaRPr lang="en-US" altLang="zh-CN" sz="27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Secure authentication and communication channels enhance user trust and reliability.</a:t>
            </a:r>
            <a:endParaRPr lang="en-US" altLang="zh-CN" sz="27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The platform is adaptable for future enhancements like AI-based recommendations and personalized user experience.</a:t>
            </a:r>
            <a:endParaRPr lang="en-US" altLang="zh-CN" sz="27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endParaRPr lang="zh-CN" altLang="en-US" sz="2800" b="0" i="0" u="none" strike="noStrike" kern="1200" cap="none" spc="0" baseline="0">
              <a:solidFill>
                <a:schemeClr val="tx1"/>
              </a:solidFill>
              <a:latin typeface="Aptos" charset="0"/>
              <a:ea typeface="宋体" charset="0"/>
              <a:cs typeface="Lucida Sa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16906207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01279" y="1"/>
            <a:ext cx="3276599" cy="616226"/>
          </a:xfrm>
        </p:spPr>
        <p:txBody>
          <a:bodyPr/>
          <a:lstStyle/>
          <a:p>
            <a:r>
              <a:rPr lang="en-US" dirty="0" smtClean="0"/>
              <a:t>Home Page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8870" y="1308790"/>
            <a:ext cx="10515600" cy="4351338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7539" y="588447"/>
            <a:ext cx="11150392" cy="62695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User Login</a:t>
            </a:r>
            <a:endParaRPr lang="en-US" dirty="0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44826" y="1789044"/>
            <a:ext cx="9759392" cy="4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8079" y="235915"/>
            <a:ext cx="10515600" cy="1325562"/>
          </a:xfrm>
        </p:spPr>
        <p:txBody>
          <a:bodyPr/>
          <a:lstStyle/>
          <a:p>
            <a:r>
              <a:rPr lang="en-US" dirty="0" smtClean="0"/>
              <a:t>User Sign Up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08714" y="1490868"/>
            <a:ext cx="10222237" cy="51584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32314" y="0"/>
            <a:ext cx="7570304" cy="787815"/>
          </a:xfrm>
        </p:spPr>
        <p:txBody>
          <a:bodyPr/>
          <a:lstStyle/>
          <a:p>
            <a:r>
              <a:rPr lang="en-US" dirty="0" smtClean="0"/>
              <a:t>About Page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2307" y="697295"/>
            <a:ext cx="11873909" cy="60314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4773" y="218661"/>
            <a:ext cx="4068417" cy="675861"/>
          </a:xfrm>
        </p:spPr>
        <p:txBody>
          <a:bodyPr/>
          <a:lstStyle/>
          <a:p>
            <a:r>
              <a:rPr lang="en-US" dirty="0" smtClean="0"/>
              <a:t>Products Page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80724" y="827907"/>
            <a:ext cx="11516415" cy="58239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84852" y="0"/>
            <a:ext cx="10515600" cy="1325562"/>
          </a:xfrm>
        </p:spPr>
        <p:txBody>
          <a:bodyPr/>
          <a:lstStyle/>
          <a:p>
            <a:r>
              <a:rPr lang="en-US" dirty="0" smtClean="0"/>
              <a:t>Adding to Cart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0786" y="984250"/>
            <a:ext cx="11248148" cy="56352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8261" y="136524"/>
            <a:ext cx="9090991" cy="1076050"/>
          </a:xfrm>
        </p:spPr>
        <p:txBody>
          <a:bodyPr/>
          <a:lstStyle/>
          <a:p>
            <a:r>
              <a:rPr lang="en-US" dirty="0" smtClean="0"/>
              <a:t>Cart and Order Booking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0907" y="1106164"/>
            <a:ext cx="11367327" cy="57518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12236" y="146465"/>
            <a:ext cx="7808843" cy="589032"/>
          </a:xfrm>
        </p:spPr>
        <p:txBody>
          <a:bodyPr/>
          <a:lstStyle/>
          <a:p>
            <a:r>
              <a:rPr lang="en-US" dirty="0" smtClean="0"/>
              <a:t>Order Confirmation Email</a:t>
            </a:r>
            <a:endParaRPr lang="en-US" dirty="0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48679" y="790611"/>
            <a:ext cx="7185991" cy="57294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41643" y="245854"/>
            <a:ext cx="3892826" cy="946841"/>
          </a:xfrm>
        </p:spPr>
        <p:txBody>
          <a:bodyPr/>
          <a:lstStyle/>
          <a:p>
            <a:r>
              <a:rPr lang="en-US" dirty="0" smtClean="0"/>
              <a:t>Orders Page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7753" y="1282147"/>
            <a:ext cx="11865160" cy="47111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09392" y="295549"/>
            <a:ext cx="5502965" cy="608911"/>
          </a:xfrm>
        </p:spPr>
        <p:txBody>
          <a:bodyPr/>
          <a:lstStyle/>
          <a:p>
            <a:r>
              <a:rPr lang="en-US" dirty="0" smtClean="0"/>
              <a:t>Seller Login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6874" y="1022328"/>
            <a:ext cx="11835126" cy="51299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8296" y="365124"/>
            <a:ext cx="11430000" cy="817633"/>
          </a:xfrm>
        </p:spPr>
        <p:txBody>
          <a:bodyPr/>
          <a:lstStyle/>
          <a:p>
            <a:r>
              <a:rPr lang="en-US" dirty="0" smtClean="0"/>
              <a:t>Displaying of the Orders to the Seller in Seller Dashboard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98443" y="1616904"/>
            <a:ext cx="10515600" cy="4351338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59019" y="1495416"/>
            <a:ext cx="10920067" cy="47357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Adding Products by Seller</a:t>
            </a:r>
            <a:endParaRPr lang="en-US" dirty="0"/>
          </a:p>
        </p:txBody>
      </p:sp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79324" y="1689652"/>
            <a:ext cx="10235824" cy="34803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Displaying the Products of the Seller</a:t>
            </a:r>
            <a:endParaRPr lang="en-US" dirty="0"/>
          </a:p>
        </p:txBody>
      </p:sp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34887" y="1562169"/>
            <a:ext cx="7712765" cy="49288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54625" y="901838"/>
            <a:ext cx="10515600" cy="1325562"/>
          </a:xfrm>
        </p:spPr>
        <p:txBody>
          <a:bodyPr/>
          <a:lstStyle/>
          <a:p>
            <a:r>
              <a:rPr lang="en-US" dirty="0" smtClean="0"/>
              <a:t>Deployment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8078" y="2183435"/>
            <a:ext cx="10515600" cy="4351338"/>
          </a:xfrm>
        </p:spPr>
        <p:txBody>
          <a:bodyPr/>
          <a:lstStyle/>
          <a:p>
            <a:r>
              <a:rPr lang="en-US" dirty="0" smtClean="0"/>
              <a:t>Deployed in Render</a:t>
            </a:r>
          </a:p>
          <a:p>
            <a:r>
              <a:rPr lang="en-US" dirty="0" smtClean="0"/>
              <a:t>Website is </a:t>
            </a:r>
            <a:r>
              <a:rPr lang="en-US" dirty="0" err="1" smtClean="0">
                <a:hlinkClick r:id="rId2"/>
              </a:rPr>
              <a:t>DeLux</a:t>
            </a:r>
            <a:r>
              <a:rPr lang="en-US" dirty="0" smtClean="0">
                <a:hlinkClick r:id="rId2"/>
              </a:rPr>
              <a:t> Mart</a:t>
            </a:r>
            <a:r>
              <a:rPr lang="en-US" dirty="0" smtClean="0"/>
              <a:t> (https://deluxmart.onrender.com</a:t>
            </a:r>
            <a:r>
              <a:rPr lang="en-US" dirty="0" smtClean="0"/>
              <a:t>/)</a:t>
            </a:r>
            <a:endParaRPr lang="en-US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55234" y="2506662"/>
            <a:ext cx="10515600" cy="4351338"/>
          </a:xfrm>
        </p:spPr>
        <p:txBody>
          <a:bodyPr/>
          <a:lstStyle/>
          <a:p>
            <a:pPr>
              <a:buNone/>
            </a:pPr>
            <a:r>
              <a:rPr lang="en-US" sz="8000" dirty="0" smtClean="0"/>
              <a:t>Thank</a:t>
            </a:r>
            <a:r>
              <a:rPr lang="en-US" sz="7200" dirty="0" smtClean="0"/>
              <a:t> You</a:t>
            </a:r>
            <a:endParaRPr lang="en-US" sz="7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"/>
        <a:ea typeface=""/>
        <a:cs typeface=""/>
      </a:majorFont>
      <a:minorFont>
        <a:latin typeface=""/>
        <a:ea typeface=""/>
        <a:cs typeface=""/>
      </a:minorFont>
    </a:fontScheme>
    <a:fmtScheme name="office theme">
      <a:fillStyleLst>
        <a:solidFill>
          <a:schemeClr val="phClr"/>
        </a:solidFill>
        <a:gradFill/>
        <a:gradFill/>
      </a:fillStyleLst>
      <a:lnStyleLst>
        <a:ln/>
        <a:ln/>
        <a:ln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/>
        <a:gradFill/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Normal.eit</Template>
  <TotalTime>57</TotalTime>
  <Words>839</Words>
  <Application>Microsoft Office PowerPoint</Application>
  <PresentationFormat>Custom</PresentationFormat>
  <Paragraphs>159</Paragraphs>
  <Slides>31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2" baseType="lpstr">
      <vt:lpstr>office theme</vt:lpstr>
      <vt:lpstr>Team: TECH FORCE Designing a Scalable E-Commerce Platform for Buyers and Sellers </vt:lpstr>
      <vt:lpstr>CONTENTS</vt:lpstr>
      <vt:lpstr>Problem Statement</vt:lpstr>
      <vt:lpstr>Introduction</vt:lpstr>
      <vt:lpstr>High Level Design</vt:lpstr>
      <vt:lpstr>Technology Stack</vt:lpstr>
      <vt:lpstr>Overview of System Diagram</vt:lpstr>
      <vt:lpstr>Slide 8</vt:lpstr>
      <vt:lpstr>Low Level Design – Key Entities</vt:lpstr>
      <vt:lpstr>Slide 10</vt:lpstr>
      <vt:lpstr>Database Schema</vt:lpstr>
      <vt:lpstr>Functional Requirements</vt:lpstr>
      <vt:lpstr>Slide 13</vt:lpstr>
      <vt:lpstr>Non-Functional Requirements</vt:lpstr>
      <vt:lpstr>Slide 15</vt:lpstr>
      <vt:lpstr>Conclusion</vt:lpstr>
      <vt:lpstr>Home Page</vt:lpstr>
      <vt:lpstr>User Login</vt:lpstr>
      <vt:lpstr>User Sign Up</vt:lpstr>
      <vt:lpstr>About Page</vt:lpstr>
      <vt:lpstr>Products Page</vt:lpstr>
      <vt:lpstr>Adding to Cart</vt:lpstr>
      <vt:lpstr>Cart and Order Booking</vt:lpstr>
      <vt:lpstr>Order Confirmation Email</vt:lpstr>
      <vt:lpstr>Orders Page</vt:lpstr>
      <vt:lpstr>Seller Login</vt:lpstr>
      <vt:lpstr>Displaying of the Orders to the Seller in Seller Dashboard</vt:lpstr>
      <vt:lpstr>Adding Products by Seller</vt:lpstr>
      <vt:lpstr>Displaying the Products of the Seller</vt:lpstr>
      <vt:lpstr>Deployment</vt:lpstr>
      <vt:lpstr>Slide 31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 FORCE Designing a Scalable E-Commerce Platform for Buyers and Sellers </dc:title>
  <cp:lastModifiedBy>exam</cp:lastModifiedBy>
  <cp:revision>163</cp:revision>
  <dcterms:created xsi:type="dcterms:W3CDTF">2025-08-02T12:38:56Z</dcterms:created>
  <dcterms:modified xsi:type="dcterms:W3CDTF">2025-08-12T05:25:02Z</dcterms:modified>
</cp:coreProperties>
</file>